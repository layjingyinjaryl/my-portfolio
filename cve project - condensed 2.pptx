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57" r:id="rId3"/>
    <p:sldId id="721" r:id="rId4"/>
    <p:sldId id="722" r:id="rId5"/>
    <p:sldId id="710" r:id="rId6"/>
    <p:sldId id="708" r:id="rId7"/>
    <p:sldId id="709" r:id="rId8"/>
    <p:sldId id="720" r:id="rId9"/>
    <p:sldId id="690" r:id="rId10"/>
    <p:sldId id="723" r:id="rId11"/>
    <p:sldId id="727" r:id="rId12"/>
    <p:sldId id="712" r:id="rId13"/>
    <p:sldId id="711" r:id="rId14"/>
    <p:sldId id="728" r:id="rId15"/>
    <p:sldId id="730" r:id="rId16"/>
    <p:sldId id="724" r:id="rId17"/>
    <p:sldId id="731" r:id="rId18"/>
    <p:sldId id="704" r:id="rId24"/>
    <p:sldId id="717" r:id="rId35"/>
    <p:sldId id="707" r:id="rId38"/>
    <p:sldId id="740" r:id="rId39"/>
    <p:sldId id="741" r:id="rId40"/>
    <p:sldId id="742" r:id="rId31"/>
    <p:sldId id="743" r:id="rId32"/>
    <p:sldId id="744"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BB0B5C-E337-4B5E-B629-01262618D24F}" v="2098" dt="2026-03-01T15:16:01.688"/>
    <p1510:client id="{EB8DFAF8-6C9E-FBAC-8490-61E81D6291E5}" v="321" dt="2026-03-01T15:22:16.7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24" Type="http://schemas.openxmlformats.org/officeDocument/2006/relationships/slide" Target="slides/slide23.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5"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microsoft.com/office/2016/11/relationships/changesInfo" Target="changesInfos/changesInfo1.xml"/><Relationship Id="rId4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Y JING YIN, JARYL" userId="daa6ea73-d8c9-4953-b643-eb0324cad0de" providerId="ADAL" clId="{87D0F734-6AD0-448C-8C7B-1DADB5A7974C}"/>
    <pc:docChg chg="undo redo custSel addSld delSld modSld sldOrd">
      <pc:chgData name="LAY JING YIN, JARYL" userId="daa6ea73-d8c9-4953-b643-eb0324cad0de" providerId="ADAL" clId="{87D0F734-6AD0-448C-8C7B-1DADB5A7974C}" dt="2026-03-01T15:16:01.688" v="4739" actId="255"/>
      <pc:docMkLst>
        <pc:docMk/>
      </pc:docMkLst>
      <pc:sldChg chg="modSp mod">
        <pc:chgData name="LAY JING YIN, JARYL" userId="daa6ea73-d8c9-4953-b643-eb0324cad0de" providerId="ADAL" clId="{87D0F734-6AD0-448C-8C7B-1DADB5A7974C}" dt="2026-03-01T14:43:49.892" v="4634" actId="20577"/>
        <pc:sldMkLst>
          <pc:docMk/>
          <pc:sldMk cId="2945379380" sldId="256"/>
        </pc:sldMkLst>
        <pc:spChg chg="mod">
          <ac:chgData name="LAY JING YIN, JARYL" userId="daa6ea73-d8c9-4953-b643-eb0324cad0de" providerId="ADAL" clId="{87D0F734-6AD0-448C-8C7B-1DADB5A7974C}" dt="2026-03-01T14:43:49.892" v="4634" actId="20577"/>
          <ac:spMkLst>
            <pc:docMk/>
            <pc:sldMk cId="2945379380" sldId="256"/>
            <ac:spMk id="2" creationId="{F5077921-815A-637B-8A0E-90AF53F76D57}"/>
          </ac:spMkLst>
        </pc:spChg>
      </pc:sldChg>
      <pc:sldChg chg="modSp new mod">
        <pc:chgData name="LAY JING YIN, JARYL" userId="daa6ea73-d8c9-4953-b643-eb0324cad0de" providerId="ADAL" clId="{87D0F734-6AD0-448C-8C7B-1DADB5A7974C}" dt="2026-03-01T04:06:51.095" v="971" actId="20577"/>
        <pc:sldMkLst>
          <pc:docMk/>
          <pc:sldMk cId="4188729888" sldId="257"/>
        </pc:sldMkLst>
        <pc:spChg chg="mod">
          <ac:chgData name="LAY JING YIN, JARYL" userId="daa6ea73-d8c9-4953-b643-eb0324cad0de" providerId="ADAL" clId="{87D0F734-6AD0-448C-8C7B-1DADB5A7974C}" dt="2026-02-25T02:40:50.989" v="193" actId="20577"/>
          <ac:spMkLst>
            <pc:docMk/>
            <pc:sldMk cId="4188729888" sldId="257"/>
            <ac:spMk id="2" creationId="{E9E2071B-7804-8013-04FB-EC1ED754D7F4}"/>
          </ac:spMkLst>
        </pc:spChg>
        <pc:spChg chg="mod">
          <ac:chgData name="LAY JING YIN, JARYL" userId="daa6ea73-d8c9-4953-b643-eb0324cad0de" providerId="ADAL" clId="{87D0F734-6AD0-448C-8C7B-1DADB5A7974C}" dt="2026-03-01T04:06:51.095" v="971" actId="20577"/>
          <ac:spMkLst>
            <pc:docMk/>
            <pc:sldMk cId="4188729888" sldId="257"/>
            <ac:spMk id="3" creationId="{CB1700E6-237D-D3B2-73D2-C8FD24EB51FB}"/>
          </ac:spMkLst>
        </pc:spChg>
      </pc:sldChg>
      <pc:sldChg chg="modSp add mod">
        <pc:chgData name="LAY JING YIN, JARYL" userId="daa6ea73-d8c9-4953-b643-eb0324cad0de" providerId="ADAL" clId="{87D0F734-6AD0-448C-8C7B-1DADB5A7974C}" dt="2026-03-01T10:24:51.486" v="1980" actId="21"/>
        <pc:sldMkLst>
          <pc:docMk/>
          <pc:sldMk cId="1515776814" sldId="690"/>
        </pc:sldMkLst>
        <pc:spChg chg="mod">
          <ac:chgData name="LAY JING YIN, JARYL" userId="daa6ea73-d8c9-4953-b643-eb0324cad0de" providerId="ADAL" clId="{87D0F734-6AD0-448C-8C7B-1DADB5A7974C}" dt="2026-03-01T10:24:51.486" v="1980" actId="21"/>
          <ac:spMkLst>
            <pc:docMk/>
            <pc:sldMk cId="1515776814" sldId="690"/>
            <ac:spMk id="3" creationId="{00000000-0000-0000-0000-000000000000}"/>
          </ac:spMkLst>
        </pc:spChg>
      </pc:sldChg>
      <pc:sldChg chg="delSp modSp add mod">
        <pc:chgData name="LAY JING YIN, JARYL" userId="daa6ea73-d8c9-4953-b643-eb0324cad0de" providerId="ADAL" clId="{87D0F734-6AD0-448C-8C7B-1DADB5A7974C}" dt="2026-03-01T13:42:33.403" v="4313" actId="21"/>
        <pc:sldMkLst>
          <pc:docMk/>
          <pc:sldMk cId="771936089" sldId="691"/>
        </pc:sldMkLst>
        <pc:spChg chg="mod">
          <ac:chgData name="LAY JING YIN, JARYL" userId="daa6ea73-d8c9-4953-b643-eb0324cad0de" providerId="ADAL" clId="{87D0F734-6AD0-448C-8C7B-1DADB5A7974C}" dt="2026-03-01T13:42:33.403" v="4313" actId="21"/>
          <ac:spMkLst>
            <pc:docMk/>
            <pc:sldMk cId="771936089" sldId="691"/>
            <ac:spMk id="6" creationId="{00000000-0000-0000-0000-000000000000}"/>
          </ac:spMkLst>
        </pc:spChg>
        <pc:cxnChg chg="del">
          <ac:chgData name="LAY JING YIN, JARYL" userId="daa6ea73-d8c9-4953-b643-eb0324cad0de" providerId="ADAL" clId="{87D0F734-6AD0-448C-8C7B-1DADB5A7974C}" dt="2026-03-01T04:33:20.703" v="1417" actId="478"/>
          <ac:cxnSpMkLst>
            <pc:docMk/>
            <pc:sldMk cId="771936089" sldId="691"/>
            <ac:cxnSpMk id="9" creationId="{00000000-0000-0000-0000-000000000000}"/>
          </ac:cxnSpMkLst>
        </pc:cxnChg>
        <pc:cxnChg chg="del">
          <ac:chgData name="LAY JING YIN, JARYL" userId="daa6ea73-d8c9-4953-b643-eb0324cad0de" providerId="ADAL" clId="{87D0F734-6AD0-448C-8C7B-1DADB5A7974C}" dt="2026-03-01T04:33:52.056" v="1418" actId="478"/>
          <ac:cxnSpMkLst>
            <pc:docMk/>
            <pc:sldMk cId="771936089" sldId="691"/>
            <ac:cxnSpMk id="11" creationId="{00000000-0000-0000-0000-000000000000}"/>
          </ac:cxnSpMkLst>
        </pc:cxnChg>
      </pc:sldChg>
      <pc:sldChg chg="delSp modSp add mod">
        <pc:chgData name="LAY JING YIN, JARYL" userId="daa6ea73-d8c9-4953-b643-eb0324cad0de" providerId="ADAL" clId="{87D0F734-6AD0-448C-8C7B-1DADB5A7974C}" dt="2026-03-01T13:07:20.573" v="3286" actId="20577"/>
        <pc:sldMkLst>
          <pc:docMk/>
          <pc:sldMk cId="2428658470" sldId="702"/>
        </pc:sldMkLst>
        <pc:spChg chg="mod">
          <ac:chgData name="LAY JING YIN, JARYL" userId="daa6ea73-d8c9-4953-b643-eb0324cad0de" providerId="ADAL" clId="{87D0F734-6AD0-448C-8C7B-1DADB5A7974C}" dt="2026-03-01T13:07:20.573" v="3286" actId="20577"/>
          <ac:spMkLst>
            <pc:docMk/>
            <pc:sldMk cId="2428658470" sldId="702"/>
            <ac:spMk id="6" creationId="{00000000-0000-0000-0000-000000000000}"/>
          </ac:spMkLst>
        </pc:spChg>
        <pc:cxnChg chg="del">
          <ac:chgData name="LAY JING YIN, JARYL" userId="daa6ea73-d8c9-4953-b643-eb0324cad0de" providerId="ADAL" clId="{87D0F734-6AD0-448C-8C7B-1DADB5A7974C}" dt="2026-03-01T04:37:35.358" v="1634" actId="478"/>
          <ac:cxnSpMkLst>
            <pc:docMk/>
            <pc:sldMk cId="2428658470" sldId="702"/>
            <ac:cxnSpMk id="3" creationId="{BEA44FA1-CAED-42F0-DC34-FEB5ED02084D}"/>
          </ac:cxnSpMkLst>
        </pc:cxnChg>
        <pc:cxnChg chg="del">
          <ac:chgData name="LAY JING YIN, JARYL" userId="daa6ea73-d8c9-4953-b643-eb0324cad0de" providerId="ADAL" clId="{87D0F734-6AD0-448C-8C7B-1DADB5A7974C}" dt="2026-03-01T04:37:36.408" v="1635" actId="478"/>
          <ac:cxnSpMkLst>
            <pc:docMk/>
            <pc:sldMk cId="2428658470" sldId="702"/>
            <ac:cxnSpMk id="4" creationId="{66D76FCA-3C4A-A91A-5C54-7CA1BD83A383}"/>
          </ac:cxnSpMkLst>
        </pc:cxnChg>
        <pc:cxnChg chg="del">
          <ac:chgData name="LAY JING YIN, JARYL" userId="daa6ea73-d8c9-4953-b643-eb0324cad0de" providerId="ADAL" clId="{87D0F734-6AD0-448C-8C7B-1DADB5A7974C}" dt="2026-03-01T04:37:30.676" v="1630" actId="478"/>
          <ac:cxnSpMkLst>
            <pc:docMk/>
            <pc:sldMk cId="2428658470" sldId="702"/>
            <ac:cxnSpMk id="8" creationId="{00000000-0000-0000-0000-000000000000}"/>
          </ac:cxnSpMkLst>
        </pc:cxnChg>
        <pc:cxnChg chg="del">
          <ac:chgData name="LAY JING YIN, JARYL" userId="daa6ea73-d8c9-4953-b643-eb0324cad0de" providerId="ADAL" clId="{87D0F734-6AD0-448C-8C7B-1DADB5A7974C}" dt="2026-03-01T04:37:31.789" v="1631" actId="478"/>
          <ac:cxnSpMkLst>
            <pc:docMk/>
            <pc:sldMk cId="2428658470" sldId="702"/>
            <ac:cxnSpMk id="9" creationId="{00000000-0000-0000-0000-000000000000}"/>
          </ac:cxnSpMkLst>
        </pc:cxnChg>
        <pc:cxnChg chg="del">
          <ac:chgData name="LAY JING YIN, JARYL" userId="daa6ea73-d8c9-4953-b643-eb0324cad0de" providerId="ADAL" clId="{87D0F734-6AD0-448C-8C7B-1DADB5A7974C}" dt="2026-03-01T04:37:32.599" v="1632" actId="478"/>
          <ac:cxnSpMkLst>
            <pc:docMk/>
            <pc:sldMk cId="2428658470" sldId="702"/>
            <ac:cxnSpMk id="10" creationId="{00000000-0000-0000-0000-000000000000}"/>
          </ac:cxnSpMkLst>
        </pc:cxnChg>
        <pc:cxnChg chg="del">
          <ac:chgData name="LAY JING YIN, JARYL" userId="daa6ea73-d8c9-4953-b643-eb0324cad0de" providerId="ADAL" clId="{87D0F734-6AD0-448C-8C7B-1DADB5A7974C}" dt="2026-03-01T04:37:33.636" v="1633" actId="478"/>
          <ac:cxnSpMkLst>
            <pc:docMk/>
            <pc:sldMk cId="2428658470" sldId="702"/>
            <ac:cxnSpMk id="11" creationId="{00000000-0000-0000-0000-000000000000}"/>
          </ac:cxnSpMkLst>
        </pc:cxnChg>
      </pc:sldChg>
      <pc:sldChg chg="delSp modSp add mod">
        <pc:chgData name="LAY JING YIN, JARYL" userId="daa6ea73-d8c9-4953-b643-eb0324cad0de" providerId="ADAL" clId="{87D0F734-6AD0-448C-8C7B-1DADB5A7974C}" dt="2026-03-01T13:16:04.945" v="3645" actId="20577"/>
        <pc:sldMkLst>
          <pc:docMk/>
          <pc:sldMk cId="1865666686" sldId="704"/>
        </pc:sldMkLst>
        <pc:spChg chg="mod">
          <ac:chgData name="LAY JING YIN, JARYL" userId="daa6ea73-d8c9-4953-b643-eb0324cad0de" providerId="ADAL" clId="{87D0F734-6AD0-448C-8C7B-1DADB5A7974C}" dt="2026-03-01T13:16:04.945" v="3645" actId="20577"/>
          <ac:spMkLst>
            <pc:docMk/>
            <pc:sldMk cId="1865666686" sldId="704"/>
            <ac:spMk id="6" creationId="{00000000-0000-0000-0000-000000000000}"/>
          </ac:spMkLst>
        </pc:spChg>
        <pc:cxnChg chg="del">
          <ac:chgData name="LAY JING YIN, JARYL" userId="daa6ea73-d8c9-4953-b643-eb0324cad0de" providerId="ADAL" clId="{87D0F734-6AD0-448C-8C7B-1DADB5A7974C}" dt="2026-03-01T04:36:31.544" v="1548" actId="478"/>
          <ac:cxnSpMkLst>
            <pc:docMk/>
            <pc:sldMk cId="1865666686" sldId="704"/>
            <ac:cxnSpMk id="8" creationId="{00000000-0000-0000-0000-000000000000}"/>
          </ac:cxnSpMkLst>
        </pc:cxnChg>
        <pc:cxnChg chg="del">
          <ac:chgData name="LAY JING YIN, JARYL" userId="daa6ea73-d8c9-4953-b643-eb0324cad0de" providerId="ADAL" clId="{87D0F734-6AD0-448C-8C7B-1DADB5A7974C}" dt="2026-03-01T04:36:33.287" v="1549" actId="478"/>
          <ac:cxnSpMkLst>
            <pc:docMk/>
            <pc:sldMk cId="1865666686" sldId="704"/>
            <ac:cxnSpMk id="9" creationId="{00000000-0000-0000-0000-000000000000}"/>
          </ac:cxnSpMkLst>
        </pc:cxnChg>
        <pc:cxnChg chg="del">
          <ac:chgData name="LAY JING YIN, JARYL" userId="daa6ea73-d8c9-4953-b643-eb0324cad0de" providerId="ADAL" clId="{87D0F734-6AD0-448C-8C7B-1DADB5A7974C}" dt="2026-03-01T04:36:34.670" v="1550" actId="478"/>
          <ac:cxnSpMkLst>
            <pc:docMk/>
            <pc:sldMk cId="1865666686" sldId="704"/>
            <ac:cxnSpMk id="10" creationId="{00000000-0000-0000-0000-000000000000}"/>
          </ac:cxnSpMkLst>
        </pc:cxnChg>
        <pc:cxnChg chg="del">
          <ac:chgData name="LAY JING YIN, JARYL" userId="daa6ea73-d8c9-4953-b643-eb0324cad0de" providerId="ADAL" clId="{87D0F734-6AD0-448C-8C7B-1DADB5A7974C}" dt="2026-03-01T04:36:35.727" v="1551" actId="478"/>
          <ac:cxnSpMkLst>
            <pc:docMk/>
            <pc:sldMk cId="1865666686" sldId="704"/>
            <ac:cxnSpMk id="11" creationId="{00000000-0000-0000-0000-000000000000}"/>
          </ac:cxnSpMkLst>
        </pc:cxnChg>
      </pc:sldChg>
      <pc:sldChg chg="modSp add mod">
        <pc:chgData name="LAY JING YIN, JARYL" userId="daa6ea73-d8c9-4953-b643-eb0324cad0de" providerId="ADAL" clId="{87D0F734-6AD0-448C-8C7B-1DADB5A7974C}" dt="2026-03-01T13:52:39.779" v="4617" actId="255"/>
        <pc:sldMkLst>
          <pc:docMk/>
          <pc:sldMk cId="171848051" sldId="707"/>
        </pc:sldMkLst>
        <pc:spChg chg="mod">
          <ac:chgData name="LAY JING YIN, JARYL" userId="daa6ea73-d8c9-4953-b643-eb0324cad0de" providerId="ADAL" clId="{87D0F734-6AD0-448C-8C7B-1DADB5A7974C}" dt="2026-03-01T13:52:39.779" v="4617" actId="255"/>
          <ac:spMkLst>
            <pc:docMk/>
            <pc:sldMk cId="171848051" sldId="707"/>
            <ac:spMk id="2" creationId="{4F55F83B-A4A3-4547-829B-B03D48E65D89}"/>
          </ac:spMkLst>
        </pc:spChg>
        <pc:spChg chg="mod">
          <ac:chgData name="LAY JING YIN, JARYL" userId="daa6ea73-d8c9-4953-b643-eb0324cad0de" providerId="ADAL" clId="{87D0F734-6AD0-448C-8C7B-1DADB5A7974C}" dt="2026-03-01T13:52:39.779" v="4617" actId="255"/>
          <ac:spMkLst>
            <pc:docMk/>
            <pc:sldMk cId="171848051" sldId="707"/>
            <ac:spMk id="5" creationId="{00000000-0000-0000-0000-000000000000}"/>
          </ac:spMkLst>
        </pc:spChg>
        <pc:spChg chg="mod">
          <ac:chgData name="LAY JING YIN, JARYL" userId="daa6ea73-d8c9-4953-b643-eb0324cad0de" providerId="ADAL" clId="{87D0F734-6AD0-448C-8C7B-1DADB5A7974C}" dt="2026-03-01T13:52:39.779" v="4617" actId="255"/>
          <ac:spMkLst>
            <pc:docMk/>
            <pc:sldMk cId="171848051" sldId="707"/>
            <ac:spMk id="7" creationId="{00000000-0000-0000-0000-000000000000}"/>
          </ac:spMkLst>
        </pc:spChg>
        <pc:graphicFrameChg chg="mod modGraphic">
          <ac:chgData name="LAY JING YIN, JARYL" userId="daa6ea73-d8c9-4953-b643-eb0324cad0de" providerId="ADAL" clId="{87D0F734-6AD0-448C-8C7B-1DADB5A7974C}" dt="2026-03-01T04:30:16.206" v="1296" actId="20577"/>
          <ac:graphicFrameMkLst>
            <pc:docMk/>
            <pc:sldMk cId="171848051" sldId="707"/>
            <ac:graphicFrameMk id="8" creationId="{00000000-0000-0000-0000-000000000000}"/>
          </ac:graphicFrameMkLst>
        </pc:graphicFrameChg>
      </pc:sldChg>
      <pc:sldChg chg="modSp add mod">
        <pc:chgData name="LAY JING YIN, JARYL" userId="daa6ea73-d8c9-4953-b643-eb0324cad0de" providerId="ADAL" clId="{87D0F734-6AD0-448C-8C7B-1DADB5A7974C}" dt="2026-03-01T12:46:19.273" v="2346" actId="255"/>
        <pc:sldMkLst>
          <pc:docMk/>
          <pc:sldMk cId="3186533397" sldId="708"/>
        </pc:sldMkLst>
        <pc:spChg chg="mod">
          <ac:chgData name="LAY JING YIN, JARYL" userId="daa6ea73-d8c9-4953-b643-eb0324cad0de" providerId="ADAL" clId="{87D0F734-6AD0-448C-8C7B-1DADB5A7974C}" dt="2026-03-01T12:46:19.273" v="2346" actId="255"/>
          <ac:spMkLst>
            <pc:docMk/>
            <pc:sldMk cId="3186533397" sldId="708"/>
            <ac:spMk id="6" creationId="{00000000-0000-0000-0000-000000000000}"/>
          </ac:spMkLst>
        </pc:spChg>
      </pc:sldChg>
      <pc:sldChg chg="modSp add mod">
        <pc:chgData name="LAY JING YIN, JARYL" userId="daa6ea73-d8c9-4953-b643-eb0324cad0de" providerId="ADAL" clId="{87D0F734-6AD0-448C-8C7B-1DADB5A7974C}" dt="2026-02-27T07:58:28.989" v="847" actId="20577"/>
        <pc:sldMkLst>
          <pc:docMk/>
          <pc:sldMk cId="2357907570" sldId="709"/>
        </pc:sldMkLst>
        <pc:spChg chg="mod">
          <ac:chgData name="LAY JING YIN, JARYL" userId="daa6ea73-d8c9-4953-b643-eb0324cad0de" providerId="ADAL" clId="{87D0F734-6AD0-448C-8C7B-1DADB5A7974C}" dt="2026-02-27T07:58:28.989" v="847" actId="20577"/>
          <ac:spMkLst>
            <pc:docMk/>
            <pc:sldMk cId="2357907570" sldId="709"/>
            <ac:spMk id="5" creationId="{00000000-0000-0000-0000-000000000000}"/>
          </ac:spMkLst>
        </pc:spChg>
      </pc:sldChg>
      <pc:sldChg chg="add">
        <pc:chgData name="LAY JING YIN, JARYL" userId="daa6ea73-d8c9-4953-b643-eb0324cad0de" providerId="ADAL" clId="{87D0F734-6AD0-448C-8C7B-1DADB5A7974C}" dt="2026-02-25T02:41:47.806" v="194"/>
        <pc:sldMkLst>
          <pc:docMk/>
          <pc:sldMk cId="422440971" sldId="710"/>
        </pc:sldMkLst>
      </pc:sldChg>
      <pc:sldChg chg="modSp new mod">
        <pc:chgData name="LAY JING YIN, JARYL" userId="daa6ea73-d8c9-4953-b643-eb0324cad0de" providerId="ADAL" clId="{87D0F734-6AD0-448C-8C7B-1DADB5A7974C}" dt="2026-03-01T12:51:27.349" v="2584" actId="21"/>
        <pc:sldMkLst>
          <pc:docMk/>
          <pc:sldMk cId="1268249263" sldId="711"/>
        </pc:sldMkLst>
        <pc:spChg chg="mod">
          <ac:chgData name="LAY JING YIN, JARYL" userId="daa6ea73-d8c9-4953-b643-eb0324cad0de" providerId="ADAL" clId="{87D0F734-6AD0-448C-8C7B-1DADB5A7974C}" dt="2026-03-01T12:51:27.349" v="2584" actId="21"/>
          <ac:spMkLst>
            <pc:docMk/>
            <pc:sldMk cId="1268249263" sldId="711"/>
            <ac:spMk id="2" creationId="{7CF4BF7E-DB61-FF94-7A18-98359624F6A7}"/>
          </ac:spMkLst>
        </pc:spChg>
      </pc:sldChg>
      <pc:sldChg chg="modSp new mod">
        <pc:chgData name="LAY JING YIN, JARYL" userId="daa6ea73-d8c9-4953-b643-eb0324cad0de" providerId="ADAL" clId="{87D0F734-6AD0-448C-8C7B-1DADB5A7974C}" dt="2026-03-01T04:12:46.407" v="1023" actId="20577"/>
        <pc:sldMkLst>
          <pc:docMk/>
          <pc:sldMk cId="882511556" sldId="712"/>
        </pc:sldMkLst>
        <pc:spChg chg="mod">
          <ac:chgData name="LAY JING YIN, JARYL" userId="daa6ea73-d8c9-4953-b643-eb0324cad0de" providerId="ADAL" clId="{87D0F734-6AD0-448C-8C7B-1DADB5A7974C}" dt="2026-03-01T04:12:46.407" v="1023" actId="20577"/>
          <ac:spMkLst>
            <pc:docMk/>
            <pc:sldMk cId="882511556" sldId="712"/>
            <ac:spMk id="2" creationId="{1D7B7766-DDA5-A8BC-A0E6-E900E9325B43}"/>
          </ac:spMkLst>
        </pc:spChg>
      </pc:sldChg>
      <pc:sldChg chg="addSp delSp modSp new mod">
        <pc:chgData name="LAY JING YIN, JARYL" userId="daa6ea73-d8c9-4953-b643-eb0324cad0de" providerId="ADAL" clId="{87D0F734-6AD0-448C-8C7B-1DADB5A7974C}" dt="2026-03-01T13:08:49.742" v="3338" actId="20577"/>
        <pc:sldMkLst>
          <pc:docMk/>
          <pc:sldMk cId="3210079426" sldId="713"/>
        </pc:sldMkLst>
        <pc:spChg chg="add del mod">
          <ac:chgData name="LAY JING YIN, JARYL" userId="daa6ea73-d8c9-4953-b643-eb0324cad0de" providerId="ADAL" clId="{87D0F734-6AD0-448C-8C7B-1DADB5A7974C}" dt="2026-03-01T13:08:49.742" v="3338" actId="20577"/>
          <ac:spMkLst>
            <pc:docMk/>
            <pc:sldMk cId="3210079426" sldId="713"/>
            <ac:spMk id="2" creationId="{EAF5009D-1FB6-C969-51AE-4B8DA2A386EC}"/>
          </ac:spMkLst>
        </pc:spChg>
        <pc:spChg chg="add del mod">
          <ac:chgData name="LAY JING YIN, JARYL" userId="daa6ea73-d8c9-4953-b643-eb0324cad0de" providerId="ADAL" clId="{87D0F734-6AD0-448C-8C7B-1DADB5A7974C}" dt="2026-03-01T10:28:47.098" v="2172" actId="478"/>
          <ac:spMkLst>
            <pc:docMk/>
            <pc:sldMk cId="3210079426" sldId="713"/>
            <ac:spMk id="4" creationId="{75A0D696-ADD4-2767-713E-E713A5912542}"/>
          </ac:spMkLst>
        </pc:spChg>
        <pc:spChg chg="add del mod">
          <ac:chgData name="LAY JING YIN, JARYL" userId="daa6ea73-d8c9-4953-b643-eb0324cad0de" providerId="ADAL" clId="{87D0F734-6AD0-448C-8C7B-1DADB5A7974C}" dt="2026-03-01T10:28:51.678" v="2174" actId="478"/>
          <ac:spMkLst>
            <pc:docMk/>
            <pc:sldMk cId="3210079426" sldId="713"/>
            <ac:spMk id="6" creationId="{650724D4-13C4-F437-4ADE-6ADBAD83E01C}"/>
          </ac:spMkLst>
        </pc:spChg>
      </pc:sldChg>
      <pc:sldChg chg="modSp new mod">
        <pc:chgData name="LAY JING YIN, JARYL" userId="daa6ea73-d8c9-4953-b643-eb0324cad0de" providerId="ADAL" clId="{87D0F734-6AD0-448C-8C7B-1DADB5A7974C}" dt="2026-03-01T13:17:36.472" v="3789" actId="20577"/>
        <pc:sldMkLst>
          <pc:docMk/>
          <pc:sldMk cId="2579845216" sldId="714"/>
        </pc:sldMkLst>
        <pc:spChg chg="mod">
          <ac:chgData name="LAY JING YIN, JARYL" userId="daa6ea73-d8c9-4953-b643-eb0324cad0de" providerId="ADAL" clId="{87D0F734-6AD0-448C-8C7B-1DADB5A7974C}" dt="2026-03-01T13:17:36.472" v="3789" actId="20577"/>
          <ac:spMkLst>
            <pc:docMk/>
            <pc:sldMk cId="2579845216" sldId="714"/>
            <ac:spMk id="2" creationId="{1F517F87-26D2-5BC8-A7D3-C81FD25D622E}"/>
          </ac:spMkLst>
        </pc:spChg>
      </pc:sldChg>
      <pc:sldChg chg="modSp new mod">
        <pc:chgData name="LAY JING YIN, JARYL" userId="daa6ea73-d8c9-4953-b643-eb0324cad0de" providerId="ADAL" clId="{87D0F734-6AD0-448C-8C7B-1DADB5A7974C}" dt="2026-03-01T15:15:29.648" v="4737" actId="255"/>
        <pc:sldMkLst>
          <pc:docMk/>
          <pc:sldMk cId="574926347" sldId="715"/>
        </pc:sldMkLst>
        <pc:spChg chg="mod">
          <ac:chgData name="LAY JING YIN, JARYL" userId="daa6ea73-d8c9-4953-b643-eb0324cad0de" providerId="ADAL" clId="{87D0F734-6AD0-448C-8C7B-1DADB5A7974C}" dt="2026-03-01T15:15:29.648" v="4737" actId="255"/>
          <ac:spMkLst>
            <pc:docMk/>
            <pc:sldMk cId="574926347" sldId="715"/>
            <ac:spMk id="2" creationId="{E67D7CBC-89B2-32E9-022A-A753742D2BFD}"/>
          </ac:spMkLst>
        </pc:spChg>
      </pc:sldChg>
      <pc:sldChg chg="modSp new mod">
        <pc:chgData name="LAY JING YIN, JARYL" userId="daa6ea73-d8c9-4953-b643-eb0324cad0de" providerId="ADAL" clId="{87D0F734-6AD0-448C-8C7B-1DADB5A7974C}" dt="2026-03-01T15:15:40.589" v="4738" actId="20577"/>
        <pc:sldMkLst>
          <pc:docMk/>
          <pc:sldMk cId="1106308619" sldId="716"/>
        </pc:sldMkLst>
        <pc:spChg chg="mod">
          <ac:chgData name="LAY JING YIN, JARYL" userId="daa6ea73-d8c9-4953-b643-eb0324cad0de" providerId="ADAL" clId="{87D0F734-6AD0-448C-8C7B-1DADB5A7974C}" dt="2026-03-01T15:15:40.589" v="4738" actId="20577"/>
          <ac:spMkLst>
            <pc:docMk/>
            <pc:sldMk cId="1106308619" sldId="716"/>
            <ac:spMk id="2" creationId="{637CFA08-38EB-16DD-C990-C8F6EF87FEAA}"/>
          </ac:spMkLst>
        </pc:spChg>
      </pc:sldChg>
      <pc:sldChg chg="modSp new mod">
        <pc:chgData name="LAY JING YIN, JARYL" userId="daa6ea73-d8c9-4953-b643-eb0324cad0de" providerId="ADAL" clId="{87D0F734-6AD0-448C-8C7B-1DADB5A7974C}" dt="2026-03-01T15:16:01.688" v="4739" actId="255"/>
        <pc:sldMkLst>
          <pc:docMk/>
          <pc:sldMk cId="3945127083" sldId="717"/>
        </pc:sldMkLst>
        <pc:spChg chg="mod">
          <ac:chgData name="LAY JING YIN, JARYL" userId="daa6ea73-d8c9-4953-b643-eb0324cad0de" providerId="ADAL" clId="{87D0F734-6AD0-448C-8C7B-1DADB5A7974C}" dt="2026-03-01T15:16:01.688" v="4739" actId="255"/>
          <ac:spMkLst>
            <pc:docMk/>
            <pc:sldMk cId="3945127083" sldId="717"/>
            <ac:spMk id="2" creationId="{84EAAF07-E32A-F35A-0699-DA47F8FF2B53}"/>
          </ac:spMkLst>
        </pc:spChg>
      </pc:sldChg>
      <pc:sldChg chg="modSp new mod">
        <pc:chgData name="LAY JING YIN, JARYL" userId="daa6ea73-d8c9-4953-b643-eb0324cad0de" providerId="ADAL" clId="{87D0F734-6AD0-448C-8C7B-1DADB5A7974C}" dt="2026-03-01T13:47:08.052" v="4366" actId="20577"/>
        <pc:sldMkLst>
          <pc:docMk/>
          <pc:sldMk cId="2520571350" sldId="718"/>
        </pc:sldMkLst>
        <pc:spChg chg="mod">
          <ac:chgData name="LAY JING YIN, JARYL" userId="daa6ea73-d8c9-4953-b643-eb0324cad0de" providerId="ADAL" clId="{87D0F734-6AD0-448C-8C7B-1DADB5A7974C}" dt="2026-03-01T13:47:08.052" v="4366" actId="20577"/>
          <ac:spMkLst>
            <pc:docMk/>
            <pc:sldMk cId="2520571350" sldId="718"/>
            <ac:spMk id="2" creationId="{0BB9CB7B-C8EE-73F3-0651-BCA972D72390}"/>
          </ac:spMkLst>
        </pc:spChg>
      </pc:sldChg>
      <pc:sldChg chg="modSp new mod">
        <pc:chgData name="LAY JING YIN, JARYL" userId="daa6ea73-d8c9-4953-b643-eb0324cad0de" providerId="ADAL" clId="{87D0F734-6AD0-448C-8C7B-1DADB5A7974C}" dt="2026-03-01T13:52:03.236" v="4552" actId="20577"/>
        <pc:sldMkLst>
          <pc:docMk/>
          <pc:sldMk cId="171207095" sldId="719"/>
        </pc:sldMkLst>
        <pc:spChg chg="mod">
          <ac:chgData name="LAY JING YIN, JARYL" userId="daa6ea73-d8c9-4953-b643-eb0324cad0de" providerId="ADAL" clId="{87D0F734-6AD0-448C-8C7B-1DADB5A7974C}" dt="2026-03-01T13:52:03.236" v="4552" actId="20577"/>
          <ac:spMkLst>
            <pc:docMk/>
            <pc:sldMk cId="171207095" sldId="719"/>
            <ac:spMk id="2" creationId="{885131CC-A698-3EBC-2486-EDC34EE150FA}"/>
          </ac:spMkLst>
        </pc:spChg>
      </pc:sldChg>
      <pc:sldChg chg="delSp modSp new mod">
        <pc:chgData name="LAY JING YIN, JARYL" userId="daa6ea73-d8c9-4953-b643-eb0324cad0de" providerId="ADAL" clId="{87D0F734-6AD0-448C-8C7B-1DADB5A7974C}" dt="2026-03-01T12:45:27.150" v="2304" actId="20577"/>
        <pc:sldMkLst>
          <pc:docMk/>
          <pc:sldMk cId="1339945659" sldId="720"/>
        </pc:sldMkLst>
        <pc:spChg chg="mod">
          <ac:chgData name="LAY JING YIN, JARYL" userId="daa6ea73-d8c9-4953-b643-eb0324cad0de" providerId="ADAL" clId="{87D0F734-6AD0-448C-8C7B-1DADB5A7974C}" dt="2026-03-01T12:45:27.150" v="2304" actId="20577"/>
          <ac:spMkLst>
            <pc:docMk/>
            <pc:sldMk cId="1339945659" sldId="720"/>
            <ac:spMk id="2" creationId="{911AEF7F-EBC6-D007-ADF2-600F3F57E24E}"/>
          </ac:spMkLst>
        </pc:spChg>
        <pc:spChg chg="del mod">
          <ac:chgData name="LAY JING YIN, JARYL" userId="daa6ea73-d8c9-4953-b643-eb0324cad0de" providerId="ADAL" clId="{87D0F734-6AD0-448C-8C7B-1DADB5A7974C}" dt="2026-03-01T10:16:03.117" v="1866" actId="478"/>
          <ac:spMkLst>
            <pc:docMk/>
            <pc:sldMk cId="1339945659" sldId="720"/>
            <ac:spMk id="3" creationId="{D8BD83C5-54A2-713A-7973-A43DFFCFA98C}"/>
          </ac:spMkLst>
        </pc:spChg>
      </pc:sldChg>
      <pc:sldChg chg="addSp delSp modSp new mod">
        <pc:chgData name="LAY JING YIN, JARYL" userId="daa6ea73-d8c9-4953-b643-eb0324cad0de" providerId="ADAL" clId="{87D0F734-6AD0-448C-8C7B-1DADB5A7974C}" dt="2026-03-01T12:38:34.064" v="2244" actId="20577"/>
        <pc:sldMkLst>
          <pc:docMk/>
          <pc:sldMk cId="1126655494" sldId="721"/>
        </pc:sldMkLst>
        <pc:spChg chg="del">
          <ac:chgData name="LAY JING YIN, JARYL" userId="daa6ea73-d8c9-4953-b643-eb0324cad0de" providerId="ADAL" clId="{87D0F734-6AD0-448C-8C7B-1DADB5A7974C}" dt="2026-03-01T10:20:59.738" v="1889"/>
          <ac:spMkLst>
            <pc:docMk/>
            <pc:sldMk cId="1126655494" sldId="721"/>
            <ac:spMk id="2" creationId="{400288B6-5C2B-7184-2358-EC1FDCB55563}"/>
          </ac:spMkLst>
        </pc:spChg>
        <pc:spChg chg="del">
          <ac:chgData name="LAY JING YIN, JARYL" userId="daa6ea73-d8c9-4953-b643-eb0324cad0de" providerId="ADAL" clId="{87D0F734-6AD0-448C-8C7B-1DADB5A7974C}" dt="2026-03-01T10:20:59.738" v="1889"/>
          <ac:spMkLst>
            <pc:docMk/>
            <pc:sldMk cId="1126655494" sldId="721"/>
            <ac:spMk id="3" creationId="{BDD23A7D-9BC7-4BD5-9FBE-F552907E1CC0}"/>
          </ac:spMkLst>
        </pc:spChg>
        <pc:spChg chg="add del mod">
          <ac:chgData name="LAY JING YIN, JARYL" userId="daa6ea73-d8c9-4953-b643-eb0324cad0de" providerId="ADAL" clId="{87D0F734-6AD0-448C-8C7B-1DADB5A7974C}" dt="2026-03-01T12:38:34.064" v="2244" actId="20577"/>
          <ac:spMkLst>
            <pc:docMk/>
            <pc:sldMk cId="1126655494" sldId="721"/>
            <ac:spMk id="5" creationId="{C9BD1E03-B8FA-5721-706E-2F1A564A285C}"/>
          </ac:spMkLst>
        </pc:spChg>
        <pc:spChg chg="add mod">
          <ac:chgData name="LAY JING YIN, JARYL" userId="daa6ea73-d8c9-4953-b643-eb0324cad0de" providerId="ADAL" clId="{87D0F734-6AD0-448C-8C7B-1DADB5A7974C}" dt="2026-03-01T10:21:11.334" v="1890" actId="478"/>
          <ac:spMkLst>
            <pc:docMk/>
            <pc:sldMk cId="1126655494" sldId="721"/>
            <ac:spMk id="6" creationId="{14523CCE-8231-9284-C9DF-BE347E49C3D0}"/>
          </ac:spMkLst>
        </pc:spChg>
        <pc:spChg chg="add mod">
          <ac:chgData name="LAY JING YIN, JARYL" userId="daa6ea73-d8c9-4953-b643-eb0324cad0de" providerId="ADAL" clId="{87D0F734-6AD0-448C-8C7B-1DADB5A7974C}" dt="2026-03-01T10:21:11.334" v="1890" actId="478"/>
          <ac:spMkLst>
            <pc:docMk/>
            <pc:sldMk cId="1126655494" sldId="721"/>
            <ac:spMk id="7" creationId="{6B6E1157-FD4E-7FAD-5032-5FBE52AE9989}"/>
          </ac:spMkLst>
        </pc:spChg>
        <pc:spChg chg="add mod">
          <ac:chgData name="LAY JING YIN, JARYL" userId="daa6ea73-d8c9-4953-b643-eb0324cad0de" providerId="ADAL" clId="{87D0F734-6AD0-448C-8C7B-1DADB5A7974C}" dt="2026-03-01T10:21:20.693" v="1892" actId="478"/>
          <ac:spMkLst>
            <pc:docMk/>
            <pc:sldMk cId="1126655494" sldId="721"/>
            <ac:spMk id="8" creationId="{7DC24560-F705-636C-62AC-7C7FA11E704E}"/>
          </ac:spMkLst>
        </pc:spChg>
        <pc:spChg chg="add mod">
          <ac:chgData name="LAY JING YIN, JARYL" userId="daa6ea73-d8c9-4953-b643-eb0324cad0de" providerId="ADAL" clId="{87D0F734-6AD0-448C-8C7B-1DADB5A7974C}" dt="2026-03-01T10:21:20.693" v="1892" actId="478"/>
          <ac:spMkLst>
            <pc:docMk/>
            <pc:sldMk cId="1126655494" sldId="721"/>
            <ac:spMk id="9" creationId="{3AB83FD2-93F8-656B-75CD-9C3CDC34275F}"/>
          </ac:spMkLst>
        </pc:spChg>
        <pc:graphicFrameChg chg="add del mod">
          <ac:chgData name="LAY JING YIN, JARYL" userId="daa6ea73-d8c9-4953-b643-eb0324cad0de" providerId="ADAL" clId="{87D0F734-6AD0-448C-8C7B-1DADB5A7974C}" dt="2026-03-01T10:21:24.579" v="1913" actId="1035"/>
          <ac:graphicFrameMkLst>
            <pc:docMk/>
            <pc:sldMk cId="1126655494" sldId="721"/>
            <ac:graphicFrameMk id="4" creationId="{63A19090-5F04-1AE5-2794-B93859A91250}"/>
          </ac:graphicFrameMkLst>
        </pc:graphicFrameChg>
      </pc:sldChg>
      <pc:sldChg chg="delSp modSp new mod">
        <pc:chgData name="LAY JING YIN, JARYL" userId="daa6ea73-d8c9-4953-b643-eb0324cad0de" providerId="ADAL" clId="{87D0F734-6AD0-448C-8C7B-1DADB5A7974C}" dt="2026-03-01T12:42:07.258" v="2285" actId="20577"/>
        <pc:sldMkLst>
          <pc:docMk/>
          <pc:sldMk cId="1609873290" sldId="722"/>
        </pc:sldMkLst>
        <pc:spChg chg="mod">
          <ac:chgData name="LAY JING YIN, JARYL" userId="daa6ea73-d8c9-4953-b643-eb0324cad0de" providerId="ADAL" clId="{87D0F734-6AD0-448C-8C7B-1DADB5A7974C}" dt="2026-03-01T12:42:07.258" v="2285" actId="20577"/>
          <ac:spMkLst>
            <pc:docMk/>
            <pc:sldMk cId="1609873290" sldId="722"/>
            <ac:spMk id="2" creationId="{6EA61D8A-7119-DEDD-55C0-4F9EDA259C13}"/>
          </ac:spMkLst>
        </pc:spChg>
        <pc:spChg chg="del">
          <ac:chgData name="LAY JING YIN, JARYL" userId="daa6ea73-d8c9-4953-b643-eb0324cad0de" providerId="ADAL" clId="{87D0F734-6AD0-448C-8C7B-1DADB5A7974C}" dt="2026-03-01T10:23:16.889" v="1970" actId="478"/>
          <ac:spMkLst>
            <pc:docMk/>
            <pc:sldMk cId="1609873290" sldId="722"/>
            <ac:spMk id="3" creationId="{AC2E08F3-FE4E-F146-9B4F-45E870AC7268}"/>
          </ac:spMkLst>
        </pc:spChg>
      </pc:sldChg>
      <pc:sldChg chg="modSp new mod">
        <pc:chgData name="LAY JING YIN, JARYL" userId="daa6ea73-d8c9-4953-b643-eb0324cad0de" providerId="ADAL" clId="{87D0F734-6AD0-448C-8C7B-1DADB5A7974C}" dt="2026-03-01T12:48:29.438" v="2426" actId="20577"/>
        <pc:sldMkLst>
          <pc:docMk/>
          <pc:sldMk cId="2195094393" sldId="723"/>
        </pc:sldMkLst>
        <pc:spChg chg="mod">
          <ac:chgData name="LAY JING YIN, JARYL" userId="daa6ea73-d8c9-4953-b643-eb0324cad0de" providerId="ADAL" clId="{87D0F734-6AD0-448C-8C7B-1DADB5A7974C}" dt="2026-03-01T12:48:29.438" v="2426" actId="20577"/>
          <ac:spMkLst>
            <pc:docMk/>
            <pc:sldMk cId="2195094393" sldId="723"/>
            <ac:spMk id="2" creationId="{E3A17603-AB36-3EA4-123A-7781E9574F73}"/>
          </ac:spMkLst>
        </pc:spChg>
      </pc:sldChg>
      <pc:sldChg chg="addSp delSp modSp new mod">
        <pc:chgData name="LAY JING YIN, JARYL" userId="daa6ea73-d8c9-4953-b643-eb0324cad0de" providerId="ADAL" clId="{87D0F734-6AD0-448C-8C7B-1DADB5A7974C}" dt="2026-03-01T13:00:19.053" v="2900" actId="21"/>
        <pc:sldMkLst>
          <pc:docMk/>
          <pc:sldMk cId="2569503612" sldId="724"/>
        </pc:sldMkLst>
        <pc:spChg chg="del">
          <ac:chgData name="LAY JING YIN, JARYL" userId="daa6ea73-d8c9-4953-b643-eb0324cad0de" providerId="ADAL" clId="{87D0F734-6AD0-448C-8C7B-1DADB5A7974C}" dt="2026-03-01T10:28:17.941" v="2167" actId="478"/>
          <ac:spMkLst>
            <pc:docMk/>
            <pc:sldMk cId="2569503612" sldId="724"/>
            <ac:spMk id="2" creationId="{200E0DE3-0169-8AE8-24C1-5B490A4BACB0}"/>
          </ac:spMkLst>
        </pc:spChg>
        <pc:spChg chg="add mod">
          <ac:chgData name="LAY JING YIN, JARYL" userId="daa6ea73-d8c9-4953-b643-eb0324cad0de" providerId="ADAL" clId="{87D0F734-6AD0-448C-8C7B-1DADB5A7974C}" dt="2026-03-01T13:00:19.053" v="2900" actId="21"/>
          <ac:spMkLst>
            <pc:docMk/>
            <pc:sldMk cId="2569503612" sldId="724"/>
            <ac:spMk id="4" creationId="{914B7C8F-F605-4B35-6592-DC0F4F9DACD6}"/>
          </ac:spMkLst>
        </pc:spChg>
      </pc:sldChg>
      <pc:sldChg chg="addSp modSp new mod">
        <pc:chgData name="LAY JING YIN, JARYL" userId="daa6ea73-d8c9-4953-b643-eb0324cad0de" providerId="ADAL" clId="{87D0F734-6AD0-448C-8C7B-1DADB5A7974C}" dt="2026-03-01T13:15:34.770" v="3635" actId="255"/>
        <pc:sldMkLst>
          <pc:docMk/>
          <pc:sldMk cId="4070891097" sldId="725"/>
        </pc:sldMkLst>
        <pc:spChg chg="add mod">
          <ac:chgData name="LAY JING YIN, JARYL" userId="daa6ea73-d8c9-4953-b643-eb0324cad0de" providerId="ADAL" clId="{87D0F734-6AD0-448C-8C7B-1DADB5A7974C}" dt="2026-03-01T13:15:34.770" v="3635" actId="255"/>
          <ac:spMkLst>
            <pc:docMk/>
            <pc:sldMk cId="4070891097" sldId="725"/>
            <ac:spMk id="4" creationId="{0E6A28F4-7965-7119-E390-8AE2B20F702A}"/>
          </ac:spMkLst>
        </pc:spChg>
      </pc:sldChg>
      <pc:sldChg chg="modSp new del mod">
        <pc:chgData name="LAY JING YIN, JARYL" userId="daa6ea73-d8c9-4953-b643-eb0324cad0de" providerId="ADAL" clId="{87D0F734-6AD0-448C-8C7B-1DADB5A7974C}" dt="2026-03-01T13:36:21.838" v="4297" actId="47"/>
        <pc:sldMkLst>
          <pc:docMk/>
          <pc:sldMk cId="176442516" sldId="726"/>
        </pc:sldMkLst>
        <pc:spChg chg="mod">
          <ac:chgData name="LAY JING YIN, JARYL" userId="daa6ea73-d8c9-4953-b643-eb0324cad0de" providerId="ADAL" clId="{87D0F734-6AD0-448C-8C7B-1DADB5A7974C}" dt="2026-03-01T13:36:05.451" v="4285" actId="20577"/>
          <ac:spMkLst>
            <pc:docMk/>
            <pc:sldMk cId="176442516" sldId="726"/>
            <ac:spMk id="2" creationId="{C4D7663C-F26C-2B13-58C3-7C66864547C8}"/>
          </ac:spMkLst>
        </pc:spChg>
      </pc:sldChg>
      <pc:sldChg chg="modSp new mod">
        <pc:chgData name="LAY JING YIN, JARYL" userId="daa6ea73-d8c9-4953-b643-eb0324cad0de" providerId="ADAL" clId="{87D0F734-6AD0-448C-8C7B-1DADB5A7974C}" dt="2026-03-01T12:48:35.669" v="2428" actId="20577"/>
        <pc:sldMkLst>
          <pc:docMk/>
          <pc:sldMk cId="2101486271" sldId="727"/>
        </pc:sldMkLst>
        <pc:spChg chg="mod">
          <ac:chgData name="LAY JING YIN, JARYL" userId="daa6ea73-d8c9-4953-b643-eb0324cad0de" providerId="ADAL" clId="{87D0F734-6AD0-448C-8C7B-1DADB5A7974C}" dt="2026-03-01T12:48:35.669" v="2428" actId="20577"/>
          <ac:spMkLst>
            <pc:docMk/>
            <pc:sldMk cId="2101486271" sldId="727"/>
            <ac:spMk id="2" creationId="{51A0CBE8-0F3C-1BE8-FE4F-FEFC5BC73421}"/>
          </ac:spMkLst>
        </pc:spChg>
      </pc:sldChg>
      <pc:sldChg chg="modSp new mod">
        <pc:chgData name="LAY JING YIN, JARYL" userId="daa6ea73-d8c9-4953-b643-eb0324cad0de" providerId="ADAL" clId="{87D0F734-6AD0-448C-8C7B-1DADB5A7974C}" dt="2026-03-01T12:58:33.684" v="2809" actId="20577"/>
        <pc:sldMkLst>
          <pc:docMk/>
          <pc:sldMk cId="1706671869" sldId="728"/>
        </pc:sldMkLst>
        <pc:spChg chg="mod">
          <ac:chgData name="LAY JING YIN, JARYL" userId="daa6ea73-d8c9-4953-b643-eb0324cad0de" providerId="ADAL" clId="{87D0F734-6AD0-448C-8C7B-1DADB5A7974C}" dt="2026-03-01T12:58:33.684" v="2809" actId="20577"/>
          <ac:spMkLst>
            <pc:docMk/>
            <pc:sldMk cId="1706671869" sldId="728"/>
            <ac:spMk id="2" creationId="{9AD9D120-50C8-B237-52A9-5E31D4342E12}"/>
          </ac:spMkLst>
        </pc:spChg>
      </pc:sldChg>
      <pc:sldChg chg="modSp new del mod">
        <pc:chgData name="LAY JING YIN, JARYL" userId="daa6ea73-d8c9-4953-b643-eb0324cad0de" providerId="ADAL" clId="{87D0F734-6AD0-448C-8C7B-1DADB5A7974C}" dt="2026-03-01T12:59:23.293" v="2846" actId="47"/>
        <pc:sldMkLst>
          <pc:docMk/>
          <pc:sldMk cId="401643973" sldId="729"/>
        </pc:sldMkLst>
        <pc:spChg chg="mod">
          <ac:chgData name="LAY JING YIN, JARYL" userId="daa6ea73-d8c9-4953-b643-eb0324cad0de" providerId="ADAL" clId="{87D0F734-6AD0-448C-8C7B-1DADB5A7974C}" dt="2026-03-01T12:57:56.050" v="2780" actId="20577"/>
          <ac:spMkLst>
            <pc:docMk/>
            <pc:sldMk cId="401643973" sldId="729"/>
            <ac:spMk id="2" creationId="{7DE32909-4475-AE5A-1152-93AD79353A26}"/>
          </ac:spMkLst>
        </pc:spChg>
      </pc:sldChg>
      <pc:sldChg chg="modSp new mod">
        <pc:chgData name="LAY JING YIN, JARYL" userId="daa6ea73-d8c9-4953-b643-eb0324cad0de" providerId="ADAL" clId="{87D0F734-6AD0-448C-8C7B-1DADB5A7974C}" dt="2026-03-01T12:59:18.383" v="2845" actId="20577"/>
        <pc:sldMkLst>
          <pc:docMk/>
          <pc:sldMk cId="545184947" sldId="730"/>
        </pc:sldMkLst>
        <pc:spChg chg="mod">
          <ac:chgData name="LAY JING YIN, JARYL" userId="daa6ea73-d8c9-4953-b643-eb0324cad0de" providerId="ADAL" clId="{87D0F734-6AD0-448C-8C7B-1DADB5A7974C}" dt="2026-03-01T12:59:18.383" v="2845" actId="20577"/>
          <ac:spMkLst>
            <pc:docMk/>
            <pc:sldMk cId="545184947" sldId="730"/>
            <ac:spMk id="2" creationId="{35429F2B-2A12-0B9A-9DFA-176666DB0E85}"/>
          </ac:spMkLst>
        </pc:spChg>
      </pc:sldChg>
      <pc:sldChg chg="modSp new mod">
        <pc:chgData name="LAY JING YIN, JARYL" userId="daa6ea73-d8c9-4953-b643-eb0324cad0de" providerId="ADAL" clId="{87D0F734-6AD0-448C-8C7B-1DADB5A7974C}" dt="2026-03-01T13:00:37.476" v="2948" actId="255"/>
        <pc:sldMkLst>
          <pc:docMk/>
          <pc:sldMk cId="525747096" sldId="731"/>
        </pc:sldMkLst>
        <pc:spChg chg="mod">
          <ac:chgData name="LAY JING YIN, JARYL" userId="daa6ea73-d8c9-4953-b643-eb0324cad0de" providerId="ADAL" clId="{87D0F734-6AD0-448C-8C7B-1DADB5A7974C}" dt="2026-03-01T13:00:37.476" v="2948" actId="255"/>
          <ac:spMkLst>
            <pc:docMk/>
            <pc:sldMk cId="525747096" sldId="731"/>
            <ac:spMk id="2" creationId="{09439C48-8AC4-BC0E-6E3C-16000B93AD2B}"/>
          </ac:spMkLst>
        </pc:spChg>
      </pc:sldChg>
      <pc:sldChg chg="modSp new del mod">
        <pc:chgData name="LAY JING YIN, JARYL" userId="daa6ea73-d8c9-4953-b643-eb0324cad0de" providerId="ADAL" clId="{87D0F734-6AD0-448C-8C7B-1DADB5A7974C}" dt="2026-03-01T13:00:09.213" v="2899" actId="47"/>
        <pc:sldMkLst>
          <pc:docMk/>
          <pc:sldMk cId="1057536963" sldId="731"/>
        </pc:sldMkLst>
        <pc:spChg chg="mod">
          <ac:chgData name="LAY JING YIN, JARYL" userId="daa6ea73-d8c9-4953-b643-eb0324cad0de" providerId="ADAL" clId="{87D0F734-6AD0-448C-8C7B-1DADB5A7974C}" dt="2026-03-01T13:00:02.380" v="2895" actId="6549"/>
          <ac:spMkLst>
            <pc:docMk/>
            <pc:sldMk cId="1057536963" sldId="731"/>
            <ac:spMk id="2" creationId="{DEF9211D-358A-75A5-3B0F-D4637EB2674D}"/>
          </ac:spMkLst>
        </pc:spChg>
      </pc:sldChg>
      <pc:sldChg chg="modSp new mod">
        <pc:chgData name="LAY JING YIN, JARYL" userId="daa6ea73-d8c9-4953-b643-eb0324cad0de" providerId="ADAL" clId="{87D0F734-6AD0-448C-8C7B-1DADB5A7974C}" dt="2026-03-01T13:09:58.024" v="3442" actId="21"/>
        <pc:sldMkLst>
          <pc:docMk/>
          <pc:sldMk cId="3094362641" sldId="732"/>
        </pc:sldMkLst>
        <pc:spChg chg="mod">
          <ac:chgData name="LAY JING YIN, JARYL" userId="daa6ea73-d8c9-4953-b643-eb0324cad0de" providerId="ADAL" clId="{87D0F734-6AD0-448C-8C7B-1DADB5A7974C}" dt="2026-03-01T13:09:58.024" v="3442" actId="21"/>
          <ac:spMkLst>
            <pc:docMk/>
            <pc:sldMk cId="3094362641" sldId="732"/>
            <ac:spMk id="2" creationId="{A9D1494D-D638-DA01-506B-37D9B20E0590}"/>
          </ac:spMkLst>
        </pc:spChg>
      </pc:sldChg>
      <pc:sldChg chg="modSp new mod">
        <pc:chgData name="LAY JING YIN, JARYL" userId="daa6ea73-d8c9-4953-b643-eb0324cad0de" providerId="ADAL" clId="{87D0F734-6AD0-448C-8C7B-1DADB5A7974C}" dt="2026-03-01T13:14:55.605" v="3549" actId="20577"/>
        <pc:sldMkLst>
          <pc:docMk/>
          <pc:sldMk cId="4250414864" sldId="733"/>
        </pc:sldMkLst>
        <pc:spChg chg="mod">
          <ac:chgData name="LAY JING YIN, JARYL" userId="daa6ea73-d8c9-4953-b643-eb0324cad0de" providerId="ADAL" clId="{87D0F734-6AD0-448C-8C7B-1DADB5A7974C}" dt="2026-03-01T13:14:55.605" v="3549" actId="20577"/>
          <ac:spMkLst>
            <pc:docMk/>
            <pc:sldMk cId="4250414864" sldId="733"/>
            <ac:spMk id="2" creationId="{978AAB8C-E00A-0951-C964-926FA45DC550}"/>
          </ac:spMkLst>
        </pc:spChg>
      </pc:sldChg>
      <pc:sldChg chg="modSp new mod">
        <pc:chgData name="LAY JING YIN, JARYL" userId="daa6ea73-d8c9-4953-b643-eb0324cad0de" providerId="ADAL" clId="{87D0F734-6AD0-448C-8C7B-1DADB5A7974C}" dt="2026-03-01T13:19:49.043" v="3914" actId="20577"/>
        <pc:sldMkLst>
          <pc:docMk/>
          <pc:sldMk cId="2636567223" sldId="734"/>
        </pc:sldMkLst>
        <pc:spChg chg="mod">
          <ac:chgData name="LAY JING YIN, JARYL" userId="daa6ea73-d8c9-4953-b643-eb0324cad0de" providerId="ADAL" clId="{87D0F734-6AD0-448C-8C7B-1DADB5A7974C}" dt="2026-03-01T13:19:49.043" v="3914" actId="20577"/>
          <ac:spMkLst>
            <pc:docMk/>
            <pc:sldMk cId="2636567223" sldId="734"/>
            <ac:spMk id="2" creationId="{F8D1DDDC-6EA0-AC3B-7E36-812D536C0FC7}"/>
          </ac:spMkLst>
        </pc:spChg>
      </pc:sldChg>
      <pc:sldChg chg="modSp new mod">
        <pc:chgData name="LAY JING YIN, JARYL" userId="daa6ea73-d8c9-4953-b643-eb0324cad0de" providerId="ADAL" clId="{87D0F734-6AD0-448C-8C7B-1DADB5A7974C}" dt="2026-03-01T15:15:19.940" v="4736" actId="20577"/>
        <pc:sldMkLst>
          <pc:docMk/>
          <pc:sldMk cId="2657551392" sldId="735"/>
        </pc:sldMkLst>
        <pc:spChg chg="mod">
          <ac:chgData name="LAY JING YIN, JARYL" userId="daa6ea73-d8c9-4953-b643-eb0324cad0de" providerId="ADAL" clId="{87D0F734-6AD0-448C-8C7B-1DADB5A7974C}" dt="2026-03-01T15:15:19.940" v="4736" actId="20577"/>
          <ac:spMkLst>
            <pc:docMk/>
            <pc:sldMk cId="2657551392" sldId="735"/>
            <ac:spMk id="2" creationId="{80B3D301-1DF0-1113-AE00-7CB8AE683EE2}"/>
          </ac:spMkLst>
        </pc:spChg>
      </pc:sldChg>
      <pc:sldChg chg="modSp new mod">
        <pc:chgData name="LAY JING YIN, JARYL" userId="daa6ea73-d8c9-4953-b643-eb0324cad0de" providerId="ADAL" clId="{87D0F734-6AD0-448C-8C7B-1DADB5A7974C}" dt="2026-03-01T13:35:34.180" v="4238" actId="20577"/>
        <pc:sldMkLst>
          <pc:docMk/>
          <pc:sldMk cId="2432059002" sldId="736"/>
        </pc:sldMkLst>
        <pc:spChg chg="mod">
          <ac:chgData name="LAY JING YIN, JARYL" userId="daa6ea73-d8c9-4953-b643-eb0324cad0de" providerId="ADAL" clId="{87D0F734-6AD0-448C-8C7B-1DADB5A7974C}" dt="2026-03-01T13:35:34.180" v="4238" actId="20577"/>
          <ac:spMkLst>
            <pc:docMk/>
            <pc:sldMk cId="2432059002" sldId="736"/>
            <ac:spMk id="2" creationId="{FF4D9BAE-8A56-B26F-E939-55ACE8DB57AF}"/>
          </ac:spMkLst>
        </pc:spChg>
      </pc:sldChg>
      <pc:sldChg chg="modSp new mod">
        <pc:chgData name="LAY JING YIN, JARYL" userId="daa6ea73-d8c9-4953-b643-eb0324cad0de" providerId="ADAL" clId="{87D0F734-6AD0-448C-8C7B-1DADB5A7974C}" dt="2026-03-01T13:36:19.880" v="4296" actId="20577"/>
        <pc:sldMkLst>
          <pc:docMk/>
          <pc:sldMk cId="2333013419" sldId="737"/>
        </pc:sldMkLst>
        <pc:spChg chg="mod">
          <ac:chgData name="LAY JING YIN, JARYL" userId="daa6ea73-d8c9-4953-b643-eb0324cad0de" providerId="ADAL" clId="{87D0F734-6AD0-448C-8C7B-1DADB5A7974C}" dt="2026-03-01T13:36:19.880" v="4296" actId="20577"/>
          <ac:spMkLst>
            <pc:docMk/>
            <pc:sldMk cId="2333013419" sldId="737"/>
            <ac:spMk id="2" creationId="{DAB6BCC8-A44A-233D-6C83-E8E81DDABD25}"/>
          </ac:spMkLst>
        </pc:spChg>
      </pc:sldChg>
      <pc:sldChg chg="modSp new mod">
        <pc:chgData name="LAY JING YIN, JARYL" userId="daa6ea73-d8c9-4953-b643-eb0324cad0de" providerId="ADAL" clId="{87D0F734-6AD0-448C-8C7B-1DADB5A7974C}" dt="2026-03-01T13:47:44.349" v="4417" actId="20577"/>
        <pc:sldMkLst>
          <pc:docMk/>
          <pc:sldMk cId="1790518566" sldId="738"/>
        </pc:sldMkLst>
        <pc:spChg chg="mod">
          <ac:chgData name="LAY JING YIN, JARYL" userId="daa6ea73-d8c9-4953-b643-eb0324cad0de" providerId="ADAL" clId="{87D0F734-6AD0-448C-8C7B-1DADB5A7974C}" dt="2026-03-01T13:47:44.349" v="4417" actId="20577"/>
          <ac:spMkLst>
            <pc:docMk/>
            <pc:sldMk cId="1790518566" sldId="738"/>
            <ac:spMk id="2" creationId="{183C4F2A-EB9B-1D4A-0109-67EA2199B57F}"/>
          </ac:spMkLst>
        </pc:spChg>
      </pc:sldChg>
      <pc:sldChg chg="modSp new mod">
        <pc:chgData name="LAY JING YIN, JARYL" userId="daa6ea73-d8c9-4953-b643-eb0324cad0de" providerId="ADAL" clId="{87D0F734-6AD0-448C-8C7B-1DADB5A7974C}" dt="2026-03-01T13:52:32.616" v="4616" actId="20577"/>
        <pc:sldMkLst>
          <pc:docMk/>
          <pc:sldMk cId="3568107812" sldId="739"/>
        </pc:sldMkLst>
        <pc:spChg chg="mod">
          <ac:chgData name="LAY JING YIN, JARYL" userId="daa6ea73-d8c9-4953-b643-eb0324cad0de" providerId="ADAL" clId="{87D0F734-6AD0-448C-8C7B-1DADB5A7974C}" dt="2026-03-01T13:52:32.616" v="4616" actId="20577"/>
          <ac:spMkLst>
            <pc:docMk/>
            <pc:sldMk cId="3568107812" sldId="739"/>
            <ac:spMk id="2" creationId="{CA0D510F-FE59-D983-EB95-CB38801C8B2B}"/>
          </ac:spMkLst>
        </pc:spChg>
      </pc:sldChg>
      <pc:sldChg chg="modSp new mod ord">
        <pc:chgData name="LAY JING YIN, JARYL" userId="daa6ea73-d8c9-4953-b643-eb0324cad0de" providerId="ADAL" clId="{87D0F734-6AD0-448C-8C7B-1DADB5A7974C}" dt="2026-03-01T15:01:48.264" v="4685"/>
        <pc:sldMkLst>
          <pc:docMk/>
          <pc:sldMk cId="833640335" sldId="740"/>
        </pc:sldMkLst>
        <pc:spChg chg="mod">
          <ac:chgData name="LAY JING YIN, JARYL" userId="daa6ea73-d8c9-4953-b643-eb0324cad0de" providerId="ADAL" clId="{87D0F734-6AD0-448C-8C7B-1DADB5A7974C}" dt="2026-03-01T14:53:28.236" v="4681" actId="20577"/>
          <ac:spMkLst>
            <pc:docMk/>
            <pc:sldMk cId="833640335" sldId="740"/>
            <ac:spMk id="2" creationId="{CB3FC5E5-4FF7-4449-5DB2-40EE78C299F1}"/>
          </ac:spMkLst>
        </pc:spChg>
        <pc:spChg chg="mod">
          <ac:chgData name="LAY JING YIN, JARYL" userId="daa6ea73-d8c9-4953-b643-eb0324cad0de" providerId="ADAL" clId="{87D0F734-6AD0-448C-8C7B-1DADB5A7974C}" dt="2026-03-01T14:59:00.104" v="4683" actId="20577"/>
          <ac:spMkLst>
            <pc:docMk/>
            <pc:sldMk cId="833640335" sldId="740"/>
            <ac:spMk id="3" creationId="{976A3CA1-8BDE-EB38-5900-6467AAAB09B4}"/>
          </ac:spMkLst>
        </pc:spChg>
      </pc:sldChg>
      <pc:sldChg chg="modSp new mod ord">
        <pc:chgData name="LAY JING YIN, JARYL" userId="daa6ea73-d8c9-4953-b643-eb0324cad0de" providerId="ADAL" clId="{87D0F734-6AD0-448C-8C7B-1DADB5A7974C}" dt="2026-03-01T15:01:57.093" v="4687"/>
        <pc:sldMkLst>
          <pc:docMk/>
          <pc:sldMk cId="755945071" sldId="741"/>
        </pc:sldMkLst>
        <pc:spChg chg="mod">
          <ac:chgData name="LAY JING YIN, JARYL" userId="daa6ea73-d8c9-4953-b643-eb0324cad0de" providerId="ADAL" clId="{87D0F734-6AD0-448C-8C7B-1DADB5A7974C}" dt="2026-03-01T14:44:21.392" v="4674" actId="20577"/>
          <ac:spMkLst>
            <pc:docMk/>
            <pc:sldMk cId="755945071" sldId="741"/>
            <ac:spMk id="2" creationId="{8FD42C11-8B22-3B30-4372-C66CC3393A26}"/>
          </ac:spMkLst>
        </pc:spChg>
      </pc:sldChg>
    </pc:docChg>
  </pc:docChgLst>
  <pc:docChgLst>
    <pc:chgData name="TAN KIAT BOON (CHEN JIEWEN)" userId="S::tan_kiat_boon1@connect.ite.edu.sg::4ea85a7b-c4c5-4181-bd4f-ac10ac646d9d" providerId="AD" clId="Web-{EB8DFAF8-6C9E-FBAC-8490-61E81D6291E5}"/>
    <pc:docChg chg="modSld">
      <pc:chgData name="TAN KIAT BOON (CHEN JIEWEN)" userId="S::tan_kiat_boon1@connect.ite.edu.sg::4ea85a7b-c4c5-4181-bd4f-ac10ac646d9d" providerId="AD" clId="Web-{EB8DFAF8-6C9E-FBAC-8490-61E81D6291E5}" dt="2026-03-01T15:22:10.909" v="275" actId="20577"/>
      <pc:docMkLst>
        <pc:docMk/>
      </pc:docMkLst>
      <pc:sldChg chg="modSp">
        <pc:chgData name="TAN KIAT BOON (CHEN JIEWEN)" userId="S::tan_kiat_boon1@connect.ite.edu.sg::4ea85a7b-c4c5-4181-bd4f-ac10ac646d9d" providerId="AD" clId="Web-{EB8DFAF8-6C9E-FBAC-8490-61E81D6291E5}" dt="2026-03-01T14:44:13.660" v="166" actId="20577"/>
        <pc:sldMkLst>
          <pc:docMk/>
          <pc:sldMk cId="2945379380" sldId="256"/>
        </pc:sldMkLst>
        <pc:spChg chg="mod">
          <ac:chgData name="TAN KIAT BOON (CHEN JIEWEN)" userId="S::tan_kiat_boon1@connect.ite.edu.sg::4ea85a7b-c4c5-4181-bd4f-ac10ac646d9d" providerId="AD" clId="Web-{EB8DFAF8-6C9E-FBAC-8490-61E81D6291E5}" dt="2026-03-01T14:44:13.660" v="166" actId="20577"/>
          <ac:spMkLst>
            <pc:docMk/>
            <pc:sldMk cId="2945379380" sldId="256"/>
            <ac:spMk id="2" creationId="{F5077921-815A-637B-8A0E-90AF53F76D57}"/>
          </ac:spMkLst>
        </pc:spChg>
      </pc:sldChg>
      <pc:sldChg chg="modSp">
        <pc:chgData name="TAN KIAT BOON (CHEN JIEWEN)" userId="S::tan_kiat_boon1@connect.ite.edu.sg::4ea85a7b-c4c5-4181-bd4f-ac10ac646d9d" providerId="AD" clId="Web-{EB8DFAF8-6C9E-FBAC-8490-61E81D6291E5}" dt="2026-03-01T10:43:54.555" v="148" actId="20577"/>
        <pc:sldMkLst>
          <pc:docMk/>
          <pc:sldMk cId="4188729888" sldId="257"/>
        </pc:sldMkLst>
        <pc:spChg chg="mod">
          <ac:chgData name="TAN KIAT BOON (CHEN JIEWEN)" userId="S::tan_kiat_boon1@connect.ite.edu.sg::4ea85a7b-c4c5-4181-bd4f-ac10ac646d9d" providerId="AD" clId="Web-{EB8DFAF8-6C9E-FBAC-8490-61E81D6291E5}" dt="2026-03-01T10:43:54.555" v="148" actId="20577"/>
          <ac:spMkLst>
            <pc:docMk/>
            <pc:sldMk cId="4188729888" sldId="257"/>
            <ac:spMk id="3" creationId="{CB1700E6-237D-D3B2-73D2-C8FD24EB51FB}"/>
          </ac:spMkLst>
        </pc:spChg>
      </pc:sldChg>
      <pc:sldChg chg="addSp delSp modSp">
        <pc:chgData name="TAN KIAT BOON (CHEN JIEWEN)" userId="S::tan_kiat_boon1@connect.ite.edu.sg::4ea85a7b-c4c5-4181-bd4f-ac10ac646d9d" providerId="AD" clId="Web-{EB8DFAF8-6C9E-FBAC-8490-61E81D6291E5}" dt="2026-03-01T15:21:48.408" v="262" actId="20577"/>
        <pc:sldMkLst>
          <pc:docMk/>
          <pc:sldMk cId="1126655494" sldId="721"/>
        </pc:sldMkLst>
        <pc:spChg chg="add del mod">
          <ac:chgData name="TAN KIAT BOON (CHEN JIEWEN)" userId="S::tan_kiat_boon1@connect.ite.edu.sg::4ea85a7b-c4c5-4181-bd4f-ac10ac646d9d" providerId="AD" clId="Web-{EB8DFAF8-6C9E-FBAC-8490-61E81D6291E5}" dt="2026-03-01T15:20:56.720" v="229"/>
          <ac:spMkLst>
            <pc:docMk/>
            <pc:sldMk cId="1126655494" sldId="721"/>
            <ac:spMk id="3" creationId="{5D279DFA-1E75-8CC8-FB4B-D9B8E9B3D97E}"/>
          </ac:spMkLst>
        </pc:spChg>
        <pc:spChg chg="mod">
          <ac:chgData name="TAN KIAT BOON (CHEN JIEWEN)" userId="S::tan_kiat_boon1@connect.ite.edu.sg::4ea85a7b-c4c5-4181-bd4f-ac10ac646d9d" providerId="AD" clId="Web-{EB8DFAF8-6C9E-FBAC-8490-61E81D6291E5}" dt="2026-03-01T15:21:48.408" v="262" actId="20577"/>
          <ac:spMkLst>
            <pc:docMk/>
            <pc:sldMk cId="1126655494" sldId="721"/>
            <ac:spMk id="5" creationId="{C9BD1E03-B8FA-5721-706E-2F1A564A285C}"/>
          </ac:spMkLst>
        </pc:spChg>
        <pc:graphicFrameChg chg="del">
          <ac:chgData name="TAN KIAT BOON (CHEN JIEWEN)" userId="S::tan_kiat_boon1@connect.ite.edu.sg::4ea85a7b-c4c5-4181-bd4f-ac10ac646d9d" providerId="AD" clId="Web-{EB8DFAF8-6C9E-FBAC-8490-61E81D6291E5}" dt="2026-03-01T15:20:02.094" v="222"/>
          <ac:graphicFrameMkLst>
            <pc:docMk/>
            <pc:sldMk cId="1126655494" sldId="721"/>
            <ac:graphicFrameMk id="4" creationId="{63A19090-5F04-1AE5-2794-B93859A91250}"/>
          </ac:graphicFrameMkLst>
        </pc:graphicFrameChg>
      </pc:sldChg>
      <pc:sldChg chg="addSp modSp">
        <pc:chgData name="TAN KIAT BOON (CHEN JIEWEN)" userId="S::tan_kiat_boon1@connect.ite.edu.sg::4ea85a7b-c4c5-4181-bd4f-ac10ac646d9d" providerId="AD" clId="Web-{EB8DFAF8-6C9E-FBAC-8490-61E81D6291E5}" dt="2026-03-01T15:22:10.909" v="275" actId="20577"/>
        <pc:sldMkLst>
          <pc:docMk/>
          <pc:sldMk cId="1609873290" sldId="722"/>
        </pc:sldMkLst>
        <pc:spChg chg="mod">
          <ac:chgData name="TAN KIAT BOON (CHEN JIEWEN)" userId="S::tan_kiat_boon1@connect.ite.edu.sg::4ea85a7b-c4c5-4181-bd4f-ac10ac646d9d" providerId="AD" clId="Web-{EB8DFAF8-6C9E-FBAC-8490-61E81D6291E5}" dt="2026-03-01T12:45:48.181" v="149" actId="20577"/>
          <ac:spMkLst>
            <pc:docMk/>
            <pc:sldMk cId="1609873290" sldId="722"/>
            <ac:spMk id="2" creationId="{6EA61D8A-7119-DEDD-55C0-4F9EDA259C13}"/>
          </ac:spMkLst>
        </pc:spChg>
        <pc:spChg chg="add mod">
          <ac:chgData name="TAN KIAT BOON (CHEN JIEWEN)" userId="S::tan_kiat_boon1@connect.ite.edu.sg::4ea85a7b-c4c5-4181-bd4f-ac10ac646d9d" providerId="AD" clId="Web-{EB8DFAF8-6C9E-FBAC-8490-61E81D6291E5}" dt="2026-03-01T15:22:10.909" v="275" actId="20577"/>
          <ac:spMkLst>
            <pc:docMk/>
            <pc:sldMk cId="1609873290" sldId="722"/>
            <ac:spMk id="3" creationId="{F1EDA310-BAE6-10B7-E14E-AA98EF351915}"/>
          </ac:spMkLst>
        </pc:spChg>
      </pc:sldChg>
      <pc:sldChg chg="modSp">
        <pc:chgData name="TAN KIAT BOON (CHEN JIEWEN)" userId="S::tan_kiat_boon1@connect.ite.edu.sg::4ea85a7b-c4c5-4181-bd4f-ac10ac646d9d" providerId="AD" clId="Web-{EB8DFAF8-6C9E-FBAC-8490-61E81D6291E5}" dt="2026-03-01T15:09:01.980" v="176" actId="1076"/>
        <pc:sldMkLst>
          <pc:docMk/>
          <pc:sldMk cId="4070891097" sldId="725"/>
        </pc:sldMkLst>
        <pc:spChg chg="mod">
          <ac:chgData name="TAN KIAT BOON (CHEN JIEWEN)" userId="S::tan_kiat_boon1@connect.ite.edu.sg::4ea85a7b-c4c5-4181-bd4f-ac10ac646d9d" providerId="AD" clId="Web-{EB8DFAF8-6C9E-FBAC-8490-61E81D6291E5}" dt="2026-03-01T15:09:01.980" v="176" actId="1076"/>
          <ac:spMkLst>
            <pc:docMk/>
            <pc:sldMk cId="4070891097" sldId="725"/>
            <ac:spMk id="4" creationId="{0E6A28F4-7965-7119-E390-8AE2B20F702A}"/>
          </ac:spMkLst>
        </pc:spChg>
      </pc:sldChg>
      <pc:sldChg chg="addSp delSp modSp">
        <pc:chgData name="TAN KIAT BOON (CHEN JIEWEN)" userId="S::tan_kiat_boon1@connect.ite.edu.sg::4ea85a7b-c4c5-4181-bd4f-ac10ac646d9d" providerId="AD" clId="Web-{EB8DFAF8-6C9E-FBAC-8490-61E81D6291E5}" dt="2026-03-01T15:16:24.641" v="219" actId="20577"/>
        <pc:sldMkLst>
          <pc:docMk/>
          <pc:sldMk cId="2636567223" sldId="734"/>
        </pc:sldMkLst>
        <pc:spChg chg="mod">
          <ac:chgData name="TAN KIAT BOON (CHEN JIEWEN)" userId="S::tan_kiat_boon1@connect.ite.edu.sg::4ea85a7b-c4c5-4181-bd4f-ac10ac646d9d" providerId="AD" clId="Web-{EB8DFAF8-6C9E-FBAC-8490-61E81D6291E5}" dt="2026-03-01T15:10:59.263" v="180" actId="14100"/>
          <ac:spMkLst>
            <pc:docMk/>
            <pc:sldMk cId="2636567223" sldId="734"/>
            <ac:spMk id="2" creationId="{F8D1DDDC-6EA0-AC3B-7E36-812D536C0FC7}"/>
          </ac:spMkLst>
        </pc:spChg>
        <pc:spChg chg="add del mod">
          <ac:chgData name="TAN KIAT BOON (CHEN JIEWEN)" userId="S::tan_kiat_boon1@connect.ite.edu.sg::4ea85a7b-c4c5-4181-bd4f-ac10ac646d9d" providerId="AD" clId="Web-{EB8DFAF8-6C9E-FBAC-8490-61E81D6291E5}" dt="2026-03-01T15:11:06.856" v="183"/>
          <ac:spMkLst>
            <pc:docMk/>
            <pc:sldMk cId="2636567223" sldId="734"/>
            <ac:spMk id="3" creationId="{67EB8B5F-0372-CAE5-56E7-07F1D91E95FB}"/>
          </ac:spMkLst>
        </pc:spChg>
        <pc:spChg chg="add mod">
          <ac:chgData name="TAN KIAT BOON (CHEN JIEWEN)" userId="S::tan_kiat_boon1@connect.ite.edu.sg::4ea85a7b-c4c5-4181-bd4f-ac10ac646d9d" providerId="AD" clId="Web-{EB8DFAF8-6C9E-FBAC-8490-61E81D6291E5}" dt="2026-03-01T15:16:24.641" v="219" actId="20577"/>
          <ac:spMkLst>
            <pc:docMk/>
            <pc:sldMk cId="2636567223" sldId="734"/>
            <ac:spMk id="4" creationId="{69BCEA66-C173-56B2-4AD4-A1A6FE9A611C}"/>
          </ac:spMkLst>
        </pc:spChg>
      </pc:sldChg>
      <pc:sldChg chg="addSp delSp modSp">
        <pc:chgData name="TAN KIAT BOON (CHEN JIEWEN)" userId="S::tan_kiat_boon1@connect.ite.edu.sg::4ea85a7b-c4c5-4181-bd4f-ac10ac646d9d" providerId="AD" clId="Web-{EB8DFAF8-6C9E-FBAC-8490-61E81D6291E5}" dt="2026-03-01T14:59:27.205" v="170" actId="1076"/>
        <pc:sldMkLst>
          <pc:docMk/>
          <pc:sldMk cId="833640335" sldId="740"/>
        </pc:sldMkLst>
        <pc:spChg chg="del">
          <ac:chgData name="TAN KIAT BOON (CHEN JIEWEN)" userId="S::tan_kiat_boon1@connect.ite.edu.sg::4ea85a7b-c4c5-4181-bd4f-ac10ac646d9d" providerId="AD" clId="Web-{EB8DFAF8-6C9E-FBAC-8490-61E81D6291E5}" dt="2026-03-01T14:59:08.799" v="167"/>
          <ac:spMkLst>
            <pc:docMk/>
            <pc:sldMk cId="833640335" sldId="740"/>
            <ac:spMk id="3" creationId="{976A3CA1-8BDE-EB38-5900-6467AAAB09B4}"/>
          </ac:spMkLst>
        </pc:spChg>
        <pc:picChg chg="add mod ord">
          <ac:chgData name="TAN KIAT BOON (CHEN JIEWEN)" userId="S::tan_kiat_boon1@connect.ite.edu.sg::4ea85a7b-c4c5-4181-bd4f-ac10ac646d9d" providerId="AD" clId="Web-{EB8DFAF8-6C9E-FBAC-8490-61E81D6291E5}" dt="2026-03-01T14:59:27.205" v="170" actId="1076"/>
          <ac:picMkLst>
            <pc:docMk/>
            <pc:sldMk cId="833640335" sldId="740"/>
            <ac:picMk id="4" creationId="{0E0B5AA6-D00C-90B1-2F2A-A91116594D91}"/>
          </ac:picMkLst>
        </pc:picChg>
      </pc:sldChg>
      <pc:sldChg chg="addSp delSp modSp">
        <pc:chgData name="TAN KIAT BOON (CHEN JIEWEN)" userId="S::tan_kiat_boon1@connect.ite.edu.sg::4ea85a7b-c4c5-4181-bd4f-ac10ac646d9d" providerId="AD" clId="Web-{EB8DFAF8-6C9E-FBAC-8490-61E81D6291E5}" dt="2026-03-01T15:06:45.292" v="175" actId="1076"/>
        <pc:sldMkLst>
          <pc:docMk/>
          <pc:sldMk cId="755945071" sldId="741"/>
        </pc:sldMkLst>
        <pc:spChg chg="del">
          <ac:chgData name="TAN KIAT BOON (CHEN JIEWEN)" userId="S::tan_kiat_boon1@connect.ite.edu.sg::4ea85a7b-c4c5-4181-bd4f-ac10ac646d9d" providerId="AD" clId="Web-{EB8DFAF8-6C9E-FBAC-8490-61E81D6291E5}" dt="2026-03-01T15:06:21.479" v="171"/>
          <ac:spMkLst>
            <pc:docMk/>
            <pc:sldMk cId="755945071" sldId="741"/>
            <ac:spMk id="3" creationId="{82F17DE3-969D-319C-FEDE-965483CD467C}"/>
          </ac:spMkLst>
        </pc:spChg>
        <pc:picChg chg="add mod ord">
          <ac:chgData name="TAN KIAT BOON (CHEN JIEWEN)" userId="S::tan_kiat_boon1@connect.ite.edu.sg::4ea85a7b-c4c5-4181-bd4f-ac10ac646d9d" providerId="AD" clId="Web-{EB8DFAF8-6C9E-FBAC-8490-61E81D6291E5}" dt="2026-03-01T15:06:45.292" v="175" actId="1076"/>
          <ac:picMkLst>
            <pc:docMk/>
            <pc:sldMk cId="755945071" sldId="741"/>
            <ac:picMk id="4" creationId="{0F857822-B246-BA0C-B306-2E90E5F41B8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B95291-4CC4-4367-9700-26C4C05F858E}" type="datetimeFigureOut">
              <a:rPr lang="en-SG" smtClean="0"/>
              <a:t>1/3/2026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22D700-EFDC-4249-8825-16857BF3786E}" type="slidenum">
              <a:rPr lang="en-SG" smtClean="0"/>
              <a:t>‹#›</a:t>
            </a:fld>
            <a:endParaRPr lang="en-SG"/>
          </a:p>
        </p:txBody>
      </p:sp>
    </p:spTree>
    <p:extLst>
      <p:ext uri="{BB962C8B-B14F-4D97-AF65-F5344CB8AC3E}">
        <p14:creationId xmlns:p14="http://schemas.microsoft.com/office/powerpoint/2010/main" val="3617612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5622D700-EFDC-4249-8825-16857BF3786E}" type="slidenum">
              <a:rPr lang="en-SG" smtClean="0"/>
              <a:t>8</a:t>
            </a:fld>
            <a:endParaRPr lang="en-SG"/>
          </a:p>
        </p:txBody>
      </p:sp>
    </p:spTree>
    <p:extLst>
      <p:ext uri="{BB962C8B-B14F-4D97-AF65-F5344CB8AC3E}">
        <p14:creationId xmlns:p14="http://schemas.microsoft.com/office/powerpoint/2010/main" val="18187112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just" rtl="0">
              <a:spcBef>
                <a:spcPts val="0"/>
              </a:spcBef>
              <a:spcAft>
                <a:spcPts val="0"/>
              </a:spcAft>
              <a:buClr>
                <a:schemeClr val="dk1"/>
              </a:buClr>
              <a:buSzPts val="1100"/>
              <a:buFont typeface="Arial"/>
              <a:buNone/>
            </a:pPr>
            <a:endParaRPr lang="en-US"/>
          </a:p>
        </p:txBody>
      </p:sp>
      <p:sp>
        <p:nvSpPr>
          <p:cNvPr id="4" name="Slide Number Placeholder 3"/>
          <p:cNvSpPr>
            <a:spLocks noGrp="1"/>
          </p:cNvSpPr>
          <p:nvPr>
            <p:ph type="sldNum" sz="quarter" idx="10"/>
          </p:nvPr>
        </p:nvSpPr>
        <p:spPr/>
        <p:txBody>
          <a:bodyPr/>
          <a:lstStyle/>
          <a:p>
            <a:fld id="{D61C8689-8455-3546-ADF9-3B7273760F66}" type="slidenum">
              <a:rPr lang="en-US" smtClean="0"/>
              <a:pPr/>
              <a:t>9</a:t>
            </a:fld>
            <a:endParaRPr lang="en-US"/>
          </a:p>
        </p:txBody>
      </p:sp>
    </p:spTree>
    <p:extLst>
      <p:ext uri="{BB962C8B-B14F-4D97-AF65-F5344CB8AC3E}">
        <p14:creationId xmlns:p14="http://schemas.microsoft.com/office/powerpoint/2010/main" val="530959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US"/>
          </a:p>
        </p:txBody>
      </p:sp>
      <p:sp>
        <p:nvSpPr>
          <p:cNvPr id="4" name="Slide Number Placeholder 3"/>
          <p:cNvSpPr>
            <a:spLocks noGrp="1"/>
          </p:cNvSpPr>
          <p:nvPr>
            <p:ph type="sldNum" sz="quarter" idx="10"/>
          </p:nvPr>
        </p:nvSpPr>
        <p:spPr/>
        <p:txBody>
          <a:bodyPr/>
          <a:lstStyle/>
          <a:p>
            <a:fld id="{D61C8689-8455-3546-ADF9-3B7273760F66}" type="slidenum">
              <a:rPr lang="en-US" smtClean="0"/>
              <a:pPr/>
              <a:t>23</a:t>
            </a:fld>
            <a:endParaRPr lang="en-US"/>
          </a:p>
        </p:txBody>
      </p:sp>
    </p:spTree>
    <p:extLst>
      <p:ext uri="{BB962C8B-B14F-4D97-AF65-F5344CB8AC3E}">
        <p14:creationId xmlns:p14="http://schemas.microsoft.com/office/powerpoint/2010/main" val="530959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US"/>
          </a:p>
        </p:txBody>
      </p:sp>
      <p:sp>
        <p:nvSpPr>
          <p:cNvPr id="4" name="Slide Number Placeholder 3"/>
          <p:cNvSpPr>
            <a:spLocks noGrp="1"/>
          </p:cNvSpPr>
          <p:nvPr>
            <p:ph type="sldNum" sz="quarter" idx="10"/>
          </p:nvPr>
        </p:nvSpPr>
        <p:spPr/>
        <p:txBody>
          <a:bodyPr/>
          <a:lstStyle/>
          <a:p>
            <a:fld id="{D61C8689-8455-3546-ADF9-3B7273760F66}" type="slidenum">
              <a:rPr lang="en-US" smtClean="0"/>
              <a:pPr/>
              <a:t>37</a:t>
            </a:fld>
            <a:endParaRPr lang="en-US"/>
          </a:p>
        </p:txBody>
      </p:sp>
    </p:spTree>
    <p:extLst>
      <p:ext uri="{BB962C8B-B14F-4D97-AF65-F5344CB8AC3E}">
        <p14:creationId xmlns:p14="http://schemas.microsoft.com/office/powerpoint/2010/main" val="5309590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1A075-F974-8E6C-3E89-CE1130CAFC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A9E0A1B9-DFAB-2685-4A5E-C740FE4C6F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EB402B1C-7708-68A5-2E5D-673FB4F8221B}"/>
              </a:ext>
            </a:extLst>
          </p:cNvPr>
          <p:cNvSpPr>
            <a:spLocks noGrp="1"/>
          </p:cNvSpPr>
          <p:nvPr>
            <p:ph type="dt" sz="half" idx="10"/>
          </p:nvPr>
        </p:nvSpPr>
        <p:spPr/>
        <p:txBody>
          <a:bodyPr/>
          <a:lstStyle/>
          <a:p>
            <a:fld id="{CCF7ED77-6183-42F6-92B3-7FA932E78D17}" type="datetimeFigureOut">
              <a:rPr lang="en-SG" smtClean="0"/>
              <a:t>1/3/2026</a:t>
            </a:fld>
            <a:endParaRPr lang="en-SG"/>
          </a:p>
        </p:txBody>
      </p:sp>
      <p:sp>
        <p:nvSpPr>
          <p:cNvPr id="5" name="Footer Placeholder 4">
            <a:extLst>
              <a:ext uri="{FF2B5EF4-FFF2-40B4-BE49-F238E27FC236}">
                <a16:creationId xmlns:a16="http://schemas.microsoft.com/office/drawing/2014/main" id="{45AFF193-4651-857C-6154-585F4BE7A9A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5A88A244-4B18-AFE0-A6BA-0FB413D9362E}"/>
              </a:ext>
            </a:extLst>
          </p:cNvPr>
          <p:cNvSpPr>
            <a:spLocks noGrp="1"/>
          </p:cNvSpPr>
          <p:nvPr>
            <p:ph type="sldNum" sz="quarter" idx="12"/>
          </p:nvPr>
        </p:nvSpPr>
        <p:spPr/>
        <p:txBody>
          <a:bodyPr/>
          <a:lstStyle/>
          <a:p>
            <a:fld id="{CFB70B54-AB22-45FF-A9F1-4FF15DC3910C}" type="slidenum">
              <a:rPr lang="en-SG" smtClean="0"/>
              <a:t>‹#›</a:t>
            </a:fld>
            <a:endParaRPr lang="en-SG"/>
          </a:p>
        </p:txBody>
      </p:sp>
    </p:spTree>
    <p:extLst>
      <p:ext uri="{BB962C8B-B14F-4D97-AF65-F5344CB8AC3E}">
        <p14:creationId xmlns:p14="http://schemas.microsoft.com/office/powerpoint/2010/main" val="1200700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E625E-01FB-C2C9-3E01-24DB40E1380F}"/>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BA99F7D-A5CA-2A86-6F08-E918194D63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F43DF3AA-1515-D8EE-D60C-44E4C0917F8E}"/>
              </a:ext>
            </a:extLst>
          </p:cNvPr>
          <p:cNvSpPr>
            <a:spLocks noGrp="1"/>
          </p:cNvSpPr>
          <p:nvPr>
            <p:ph type="dt" sz="half" idx="10"/>
          </p:nvPr>
        </p:nvSpPr>
        <p:spPr/>
        <p:txBody>
          <a:bodyPr/>
          <a:lstStyle/>
          <a:p>
            <a:fld id="{CCF7ED77-6183-42F6-92B3-7FA932E78D17}" type="datetimeFigureOut">
              <a:rPr lang="en-SG" smtClean="0"/>
              <a:t>1/3/2026</a:t>
            </a:fld>
            <a:endParaRPr lang="en-SG"/>
          </a:p>
        </p:txBody>
      </p:sp>
      <p:sp>
        <p:nvSpPr>
          <p:cNvPr id="5" name="Footer Placeholder 4">
            <a:extLst>
              <a:ext uri="{FF2B5EF4-FFF2-40B4-BE49-F238E27FC236}">
                <a16:creationId xmlns:a16="http://schemas.microsoft.com/office/drawing/2014/main" id="{B94B207C-E0E5-F1A0-182C-8971EFD9BA1D}"/>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8CE8EBA-8AE5-18E0-D677-295836616FE1}"/>
              </a:ext>
            </a:extLst>
          </p:cNvPr>
          <p:cNvSpPr>
            <a:spLocks noGrp="1"/>
          </p:cNvSpPr>
          <p:nvPr>
            <p:ph type="sldNum" sz="quarter" idx="12"/>
          </p:nvPr>
        </p:nvSpPr>
        <p:spPr/>
        <p:txBody>
          <a:bodyPr/>
          <a:lstStyle/>
          <a:p>
            <a:fld id="{CFB70B54-AB22-45FF-A9F1-4FF15DC3910C}" type="slidenum">
              <a:rPr lang="en-SG" smtClean="0"/>
              <a:t>‹#›</a:t>
            </a:fld>
            <a:endParaRPr lang="en-SG"/>
          </a:p>
        </p:txBody>
      </p:sp>
    </p:spTree>
    <p:extLst>
      <p:ext uri="{BB962C8B-B14F-4D97-AF65-F5344CB8AC3E}">
        <p14:creationId xmlns:p14="http://schemas.microsoft.com/office/powerpoint/2010/main" val="1483386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7139B-1EAA-35FB-85EF-B107C3B322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745170C3-C37E-6425-C360-201E54B90C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76E2A8-847D-1AEE-C9CD-5F758429DA73}"/>
              </a:ext>
            </a:extLst>
          </p:cNvPr>
          <p:cNvSpPr>
            <a:spLocks noGrp="1"/>
          </p:cNvSpPr>
          <p:nvPr>
            <p:ph type="dt" sz="half" idx="10"/>
          </p:nvPr>
        </p:nvSpPr>
        <p:spPr/>
        <p:txBody>
          <a:bodyPr/>
          <a:lstStyle/>
          <a:p>
            <a:fld id="{CCF7ED77-6183-42F6-92B3-7FA932E78D17}" type="datetimeFigureOut">
              <a:rPr lang="en-SG" smtClean="0"/>
              <a:t>1/3/2026</a:t>
            </a:fld>
            <a:endParaRPr lang="en-SG"/>
          </a:p>
        </p:txBody>
      </p:sp>
      <p:sp>
        <p:nvSpPr>
          <p:cNvPr id="5" name="Footer Placeholder 4">
            <a:extLst>
              <a:ext uri="{FF2B5EF4-FFF2-40B4-BE49-F238E27FC236}">
                <a16:creationId xmlns:a16="http://schemas.microsoft.com/office/drawing/2014/main" id="{9D78E66F-9D21-06EF-955A-51FA98DA699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315B6D63-E34C-42B2-C985-EA1ECEA6AC3E}"/>
              </a:ext>
            </a:extLst>
          </p:cNvPr>
          <p:cNvSpPr>
            <a:spLocks noGrp="1"/>
          </p:cNvSpPr>
          <p:nvPr>
            <p:ph type="sldNum" sz="quarter" idx="12"/>
          </p:nvPr>
        </p:nvSpPr>
        <p:spPr/>
        <p:txBody>
          <a:bodyPr/>
          <a:lstStyle/>
          <a:p>
            <a:fld id="{CFB70B54-AB22-45FF-A9F1-4FF15DC3910C}" type="slidenum">
              <a:rPr lang="en-SG" smtClean="0"/>
              <a:t>‹#›</a:t>
            </a:fld>
            <a:endParaRPr lang="en-SG"/>
          </a:p>
        </p:txBody>
      </p:sp>
    </p:spTree>
    <p:extLst>
      <p:ext uri="{BB962C8B-B14F-4D97-AF65-F5344CB8AC3E}">
        <p14:creationId xmlns:p14="http://schemas.microsoft.com/office/powerpoint/2010/main" val="1977265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25F92-EE0C-53DE-3E96-4A919EF7DB40}"/>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1C82EB5F-F1EF-0E4B-3642-BBFE5D07EB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A704BF09-42E1-67D9-7BAE-2871CB2C78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A71D4435-502E-C9DF-3A22-E3EE9EF2D7AB}"/>
              </a:ext>
            </a:extLst>
          </p:cNvPr>
          <p:cNvSpPr>
            <a:spLocks noGrp="1"/>
          </p:cNvSpPr>
          <p:nvPr>
            <p:ph type="dt" sz="half" idx="10"/>
          </p:nvPr>
        </p:nvSpPr>
        <p:spPr/>
        <p:txBody>
          <a:bodyPr/>
          <a:lstStyle/>
          <a:p>
            <a:fld id="{CCF7ED77-6183-42F6-92B3-7FA932E78D17}" type="datetimeFigureOut">
              <a:rPr lang="en-SG" smtClean="0"/>
              <a:t>1/3/2026</a:t>
            </a:fld>
            <a:endParaRPr lang="en-SG"/>
          </a:p>
        </p:txBody>
      </p:sp>
      <p:sp>
        <p:nvSpPr>
          <p:cNvPr id="6" name="Footer Placeholder 5">
            <a:extLst>
              <a:ext uri="{FF2B5EF4-FFF2-40B4-BE49-F238E27FC236}">
                <a16:creationId xmlns:a16="http://schemas.microsoft.com/office/drawing/2014/main" id="{61294A0E-CCE5-433B-257F-9226F25932AA}"/>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BE5B7CFC-A02A-5B6F-5169-518B19AE8363}"/>
              </a:ext>
            </a:extLst>
          </p:cNvPr>
          <p:cNvSpPr>
            <a:spLocks noGrp="1"/>
          </p:cNvSpPr>
          <p:nvPr>
            <p:ph type="sldNum" sz="quarter" idx="12"/>
          </p:nvPr>
        </p:nvSpPr>
        <p:spPr/>
        <p:txBody>
          <a:bodyPr/>
          <a:lstStyle/>
          <a:p>
            <a:fld id="{CFB70B54-AB22-45FF-A9F1-4FF15DC3910C}" type="slidenum">
              <a:rPr lang="en-SG" smtClean="0"/>
              <a:t>‹#›</a:t>
            </a:fld>
            <a:endParaRPr lang="en-SG"/>
          </a:p>
        </p:txBody>
      </p:sp>
    </p:spTree>
    <p:extLst>
      <p:ext uri="{BB962C8B-B14F-4D97-AF65-F5344CB8AC3E}">
        <p14:creationId xmlns:p14="http://schemas.microsoft.com/office/powerpoint/2010/main" val="550094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067B1-78BC-B2B5-AC75-95D64BD4B2A0}"/>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865D9ED2-2943-4B19-5DB9-BBC6F91D22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08A041-9562-5653-7E19-C7DAA3F57D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20896639-6CA7-2114-7FBE-302C9FB705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A7460A-AC77-BB2B-A310-EA3C9E88B2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34DEF257-D6E2-B1A0-B633-E2584B16E354}"/>
              </a:ext>
            </a:extLst>
          </p:cNvPr>
          <p:cNvSpPr>
            <a:spLocks noGrp="1"/>
          </p:cNvSpPr>
          <p:nvPr>
            <p:ph type="dt" sz="half" idx="10"/>
          </p:nvPr>
        </p:nvSpPr>
        <p:spPr/>
        <p:txBody>
          <a:bodyPr/>
          <a:lstStyle/>
          <a:p>
            <a:fld id="{CCF7ED77-6183-42F6-92B3-7FA932E78D17}" type="datetimeFigureOut">
              <a:rPr lang="en-SG" smtClean="0"/>
              <a:t>1/3/2026</a:t>
            </a:fld>
            <a:endParaRPr lang="en-SG"/>
          </a:p>
        </p:txBody>
      </p:sp>
      <p:sp>
        <p:nvSpPr>
          <p:cNvPr id="8" name="Footer Placeholder 7">
            <a:extLst>
              <a:ext uri="{FF2B5EF4-FFF2-40B4-BE49-F238E27FC236}">
                <a16:creationId xmlns:a16="http://schemas.microsoft.com/office/drawing/2014/main" id="{1394FF16-9AB2-181D-BA0E-BCA7C272F2BB}"/>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91B9F2BA-3F1D-ABF8-E25A-77F7B783AE10}"/>
              </a:ext>
            </a:extLst>
          </p:cNvPr>
          <p:cNvSpPr>
            <a:spLocks noGrp="1"/>
          </p:cNvSpPr>
          <p:nvPr>
            <p:ph type="sldNum" sz="quarter" idx="12"/>
          </p:nvPr>
        </p:nvSpPr>
        <p:spPr/>
        <p:txBody>
          <a:bodyPr/>
          <a:lstStyle/>
          <a:p>
            <a:fld id="{CFB70B54-AB22-45FF-A9F1-4FF15DC3910C}" type="slidenum">
              <a:rPr lang="en-SG" smtClean="0"/>
              <a:t>‹#›</a:t>
            </a:fld>
            <a:endParaRPr lang="en-SG"/>
          </a:p>
        </p:txBody>
      </p:sp>
    </p:spTree>
    <p:extLst>
      <p:ext uri="{BB962C8B-B14F-4D97-AF65-F5344CB8AC3E}">
        <p14:creationId xmlns:p14="http://schemas.microsoft.com/office/powerpoint/2010/main" val="2597333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9BEE7-2BB6-6E02-B48F-BFF37B0B0642}"/>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4FE370B7-F863-CABF-D3B1-7ED4772FB128}"/>
              </a:ext>
            </a:extLst>
          </p:cNvPr>
          <p:cNvSpPr>
            <a:spLocks noGrp="1"/>
          </p:cNvSpPr>
          <p:nvPr>
            <p:ph type="dt" sz="half" idx="10"/>
          </p:nvPr>
        </p:nvSpPr>
        <p:spPr/>
        <p:txBody>
          <a:bodyPr/>
          <a:lstStyle/>
          <a:p>
            <a:fld id="{CCF7ED77-6183-42F6-92B3-7FA932E78D17}" type="datetimeFigureOut">
              <a:rPr lang="en-SG" smtClean="0"/>
              <a:t>1/3/2026</a:t>
            </a:fld>
            <a:endParaRPr lang="en-SG"/>
          </a:p>
        </p:txBody>
      </p:sp>
      <p:sp>
        <p:nvSpPr>
          <p:cNvPr id="4" name="Footer Placeholder 3">
            <a:extLst>
              <a:ext uri="{FF2B5EF4-FFF2-40B4-BE49-F238E27FC236}">
                <a16:creationId xmlns:a16="http://schemas.microsoft.com/office/drawing/2014/main" id="{261BE203-82E2-6451-679B-EEC89FADF7A9}"/>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F8D934EF-6385-8E9F-7612-1075F29F23BD}"/>
              </a:ext>
            </a:extLst>
          </p:cNvPr>
          <p:cNvSpPr>
            <a:spLocks noGrp="1"/>
          </p:cNvSpPr>
          <p:nvPr>
            <p:ph type="sldNum" sz="quarter" idx="12"/>
          </p:nvPr>
        </p:nvSpPr>
        <p:spPr/>
        <p:txBody>
          <a:bodyPr/>
          <a:lstStyle/>
          <a:p>
            <a:fld id="{CFB70B54-AB22-45FF-A9F1-4FF15DC3910C}" type="slidenum">
              <a:rPr lang="en-SG" smtClean="0"/>
              <a:t>‹#›</a:t>
            </a:fld>
            <a:endParaRPr lang="en-SG"/>
          </a:p>
        </p:txBody>
      </p:sp>
    </p:spTree>
    <p:extLst>
      <p:ext uri="{BB962C8B-B14F-4D97-AF65-F5344CB8AC3E}">
        <p14:creationId xmlns:p14="http://schemas.microsoft.com/office/powerpoint/2010/main" val="3307265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7F859E-D7DF-D0DF-EC87-D5E9693B7B26}"/>
              </a:ext>
            </a:extLst>
          </p:cNvPr>
          <p:cNvSpPr>
            <a:spLocks noGrp="1"/>
          </p:cNvSpPr>
          <p:nvPr>
            <p:ph type="dt" sz="half" idx="10"/>
          </p:nvPr>
        </p:nvSpPr>
        <p:spPr/>
        <p:txBody>
          <a:bodyPr/>
          <a:lstStyle/>
          <a:p>
            <a:fld id="{CCF7ED77-6183-42F6-92B3-7FA932E78D17}" type="datetimeFigureOut">
              <a:rPr lang="en-SG" smtClean="0"/>
              <a:t>1/3/2026</a:t>
            </a:fld>
            <a:endParaRPr lang="en-SG"/>
          </a:p>
        </p:txBody>
      </p:sp>
      <p:sp>
        <p:nvSpPr>
          <p:cNvPr id="3" name="Footer Placeholder 2">
            <a:extLst>
              <a:ext uri="{FF2B5EF4-FFF2-40B4-BE49-F238E27FC236}">
                <a16:creationId xmlns:a16="http://schemas.microsoft.com/office/drawing/2014/main" id="{C44484F1-010E-7BD1-5253-8E1AE8FAA83C}"/>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11BC386A-CCB5-6044-07FB-E868E7F7B128}"/>
              </a:ext>
            </a:extLst>
          </p:cNvPr>
          <p:cNvSpPr>
            <a:spLocks noGrp="1"/>
          </p:cNvSpPr>
          <p:nvPr>
            <p:ph type="sldNum" sz="quarter" idx="12"/>
          </p:nvPr>
        </p:nvSpPr>
        <p:spPr/>
        <p:txBody>
          <a:bodyPr/>
          <a:lstStyle/>
          <a:p>
            <a:fld id="{CFB70B54-AB22-45FF-A9F1-4FF15DC3910C}" type="slidenum">
              <a:rPr lang="en-SG" smtClean="0"/>
              <a:t>‹#›</a:t>
            </a:fld>
            <a:endParaRPr lang="en-SG"/>
          </a:p>
        </p:txBody>
      </p:sp>
    </p:spTree>
    <p:extLst>
      <p:ext uri="{BB962C8B-B14F-4D97-AF65-F5344CB8AC3E}">
        <p14:creationId xmlns:p14="http://schemas.microsoft.com/office/powerpoint/2010/main" val="1643792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7E4B4-DECE-20B5-AE4E-E38F12554D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8D11160D-4DBE-A8D3-B2D0-4204EB0E49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7725C86E-A9DA-0A1A-AD9F-87F691BB73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736281-822B-D65A-CC54-F3EC63974941}"/>
              </a:ext>
            </a:extLst>
          </p:cNvPr>
          <p:cNvSpPr>
            <a:spLocks noGrp="1"/>
          </p:cNvSpPr>
          <p:nvPr>
            <p:ph type="dt" sz="half" idx="10"/>
          </p:nvPr>
        </p:nvSpPr>
        <p:spPr/>
        <p:txBody>
          <a:bodyPr/>
          <a:lstStyle/>
          <a:p>
            <a:fld id="{CCF7ED77-6183-42F6-92B3-7FA932E78D17}" type="datetimeFigureOut">
              <a:rPr lang="en-SG" smtClean="0"/>
              <a:t>1/3/2026</a:t>
            </a:fld>
            <a:endParaRPr lang="en-SG"/>
          </a:p>
        </p:txBody>
      </p:sp>
      <p:sp>
        <p:nvSpPr>
          <p:cNvPr id="6" name="Footer Placeholder 5">
            <a:extLst>
              <a:ext uri="{FF2B5EF4-FFF2-40B4-BE49-F238E27FC236}">
                <a16:creationId xmlns:a16="http://schemas.microsoft.com/office/drawing/2014/main" id="{C4F9AAF2-1707-3D5F-9339-BDD148F53446}"/>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71D93760-1AD0-4438-9D8E-3807BDF77C50}"/>
              </a:ext>
            </a:extLst>
          </p:cNvPr>
          <p:cNvSpPr>
            <a:spLocks noGrp="1"/>
          </p:cNvSpPr>
          <p:nvPr>
            <p:ph type="sldNum" sz="quarter" idx="12"/>
          </p:nvPr>
        </p:nvSpPr>
        <p:spPr/>
        <p:txBody>
          <a:bodyPr/>
          <a:lstStyle/>
          <a:p>
            <a:fld id="{CFB70B54-AB22-45FF-A9F1-4FF15DC3910C}" type="slidenum">
              <a:rPr lang="en-SG" smtClean="0"/>
              <a:t>‹#›</a:t>
            </a:fld>
            <a:endParaRPr lang="en-SG"/>
          </a:p>
        </p:txBody>
      </p:sp>
    </p:spTree>
    <p:extLst>
      <p:ext uri="{BB962C8B-B14F-4D97-AF65-F5344CB8AC3E}">
        <p14:creationId xmlns:p14="http://schemas.microsoft.com/office/powerpoint/2010/main" val="4123581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21E55-FBF9-2486-359D-57EF55CF43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F2854E99-3F5F-740A-E685-63E51A925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4ABCBCAB-ABBF-3B0D-CC81-02F2FFA92D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1A78C1-EB86-817F-94DB-E3B3631A3534}"/>
              </a:ext>
            </a:extLst>
          </p:cNvPr>
          <p:cNvSpPr>
            <a:spLocks noGrp="1"/>
          </p:cNvSpPr>
          <p:nvPr>
            <p:ph type="dt" sz="half" idx="10"/>
          </p:nvPr>
        </p:nvSpPr>
        <p:spPr/>
        <p:txBody>
          <a:bodyPr/>
          <a:lstStyle/>
          <a:p>
            <a:fld id="{CCF7ED77-6183-42F6-92B3-7FA932E78D17}" type="datetimeFigureOut">
              <a:rPr lang="en-SG" smtClean="0"/>
              <a:t>1/3/2026</a:t>
            </a:fld>
            <a:endParaRPr lang="en-SG"/>
          </a:p>
        </p:txBody>
      </p:sp>
      <p:sp>
        <p:nvSpPr>
          <p:cNvPr id="6" name="Footer Placeholder 5">
            <a:extLst>
              <a:ext uri="{FF2B5EF4-FFF2-40B4-BE49-F238E27FC236}">
                <a16:creationId xmlns:a16="http://schemas.microsoft.com/office/drawing/2014/main" id="{F7D81ABB-EB96-E324-5DFC-D3349C32336D}"/>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51E5C3D2-285E-F2FE-8971-22F8A17EA840}"/>
              </a:ext>
            </a:extLst>
          </p:cNvPr>
          <p:cNvSpPr>
            <a:spLocks noGrp="1"/>
          </p:cNvSpPr>
          <p:nvPr>
            <p:ph type="sldNum" sz="quarter" idx="12"/>
          </p:nvPr>
        </p:nvSpPr>
        <p:spPr/>
        <p:txBody>
          <a:bodyPr/>
          <a:lstStyle/>
          <a:p>
            <a:fld id="{CFB70B54-AB22-45FF-A9F1-4FF15DC3910C}" type="slidenum">
              <a:rPr lang="en-SG" smtClean="0"/>
              <a:t>‹#›</a:t>
            </a:fld>
            <a:endParaRPr lang="en-SG"/>
          </a:p>
        </p:txBody>
      </p:sp>
    </p:spTree>
    <p:extLst>
      <p:ext uri="{BB962C8B-B14F-4D97-AF65-F5344CB8AC3E}">
        <p14:creationId xmlns:p14="http://schemas.microsoft.com/office/powerpoint/2010/main" val="160356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825B2-63FF-6BE6-41CE-DE75253AB141}"/>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9BA038AE-466A-6D2D-AAD9-04D13DFCA4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7836880A-C41B-6F8A-4734-F9A8D89EAEF7}"/>
              </a:ext>
            </a:extLst>
          </p:cNvPr>
          <p:cNvSpPr>
            <a:spLocks noGrp="1"/>
          </p:cNvSpPr>
          <p:nvPr>
            <p:ph type="dt" sz="half" idx="10"/>
          </p:nvPr>
        </p:nvSpPr>
        <p:spPr/>
        <p:txBody>
          <a:bodyPr/>
          <a:lstStyle/>
          <a:p>
            <a:fld id="{CCF7ED77-6183-42F6-92B3-7FA932E78D17}" type="datetimeFigureOut">
              <a:rPr lang="en-SG" smtClean="0"/>
              <a:t>1/3/2026</a:t>
            </a:fld>
            <a:endParaRPr lang="en-SG"/>
          </a:p>
        </p:txBody>
      </p:sp>
      <p:sp>
        <p:nvSpPr>
          <p:cNvPr id="5" name="Footer Placeholder 4">
            <a:extLst>
              <a:ext uri="{FF2B5EF4-FFF2-40B4-BE49-F238E27FC236}">
                <a16:creationId xmlns:a16="http://schemas.microsoft.com/office/drawing/2014/main" id="{E8EC8400-B343-DFCC-2DE2-F693543C582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F9BD643-5EB8-A2A0-59D1-9931EF45AA83}"/>
              </a:ext>
            </a:extLst>
          </p:cNvPr>
          <p:cNvSpPr>
            <a:spLocks noGrp="1"/>
          </p:cNvSpPr>
          <p:nvPr>
            <p:ph type="sldNum" sz="quarter" idx="12"/>
          </p:nvPr>
        </p:nvSpPr>
        <p:spPr/>
        <p:txBody>
          <a:bodyPr/>
          <a:lstStyle/>
          <a:p>
            <a:fld id="{CFB70B54-AB22-45FF-A9F1-4FF15DC3910C}" type="slidenum">
              <a:rPr lang="en-SG" smtClean="0"/>
              <a:t>‹#›</a:t>
            </a:fld>
            <a:endParaRPr lang="en-SG"/>
          </a:p>
        </p:txBody>
      </p:sp>
    </p:spTree>
    <p:extLst>
      <p:ext uri="{BB962C8B-B14F-4D97-AF65-F5344CB8AC3E}">
        <p14:creationId xmlns:p14="http://schemas.microsoft.com/office/powerpoint/2010/main" val="4171351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261B03-B24B-1FC0-30A9-12A7787BC35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6D5FFD47-A39F-C28A-DDB6-8AB91AA001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1D82D66-8918-B8F2-38EF-7594508FA7A8}"/>
              </a:ext>
            </a:extLst>
          </p:cNvPr>
          <p:cNvSpPr>
            <a:spLocks noGrp="1"/>
          </p:cNvSpPr>
          <p:nvPr>
            <p:ph type="dt" sz="half" idx="10"/>
          </p:nvPr>
        </p:nvSpPr>
        <p:spPr/>
        <p:txBody>
          <a:bodyPr/>
          <a:lstStyle/>
          <a:p>
            <a:fld id="{CCF7ED77-6183-42F6-92B3-7FA932E78D17}" type="datetimeFigureOut">
              <a:rPr lang="en-SG" smtClean="0"/>
              <a:t>1/3/2026</a:t>
            </a:fld>
            <a:endParaRPr lang="en-SG"/>
          </a:p>
        </p:txBody>
      </p:sp>
      <p:sp>
        <p:nvSpPr>
          <p:cNvPr id="5" name="Footer Placeholder 4">
            <a:extLst>
              <a:ext uri="{FF2B5EF4-FFF2-40B4-BE49-F238E27FC236}">
                <a16:creationId xmlns:a16="http://schemas.microsoft.com/office/drawing/2014/main" id="{C572740E-B236-0529-AF0D-16E25910D98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4AB6AE1-CD53-122B-2984-82B89B88B4F5}"/>
              </a:ext>
            </a:extLst>
          </p:cNvPr>
          <p:cNvSpPr>
            <a:spLocks noGrp="1"/>
          </p:cNvSpPr>
          <p:nvPr>
            <p:ph type="sldNum" sz="quarter" idx="12"/>
          </p:nvPr>
        </p:nvSpPr>
        <p:spPr/>
        <p:txBody>
          <a:bodyPr/>
          <a:lstStyle/>
          <a:p>
            <a:fld id="{CFB70B54-AB22-45FF-A9F1-4FF15DC3910C}" type="slidenum">
              <a:rPr lang="en-SG" smtClean="0"/>
              <a:t>‹#›</a:t>
            </a:fld>
            <a:endParaRPr lang="en-SG"/>
          </a:p>
        </p:txBody>
      </p:sp>
    </p:spTree>
    <p:extLst>
      <p:ext uri="{BB962C8B-B14F-4D97-AF65-F5344CB8AC3E}">
        <p14:creationId xmlns:p14="http://schemas.microsoft.com/office/powerpoint/2010/main" val="21641450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Bulleted 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a:p>
        </p:txBody>
      </p:sp>
      <p:sp>
        <p:nvSpPr>
          <p:cNvPr id="7" name="Title 6"/>
          <p:cNvSpPr>
            <a:spLocks noGrp="1"/>
          </p:cNvSpPr>
          <p:nvPr>
            <p:ph type="title" hasCustomPrompt="1"/>
          </p:nvPr>
        </p:nvSpPr>
        <p:spPr>
          <a:xfrm>
            <a:off x="607484" y="411797"/>
            <a:ext cx="10972800" cy="1158240"/>
          </a:xfrm>
        </p:spPr>
        <p:txBody>
          <a:bodyPr/>
          <a:lstStyle>
            <a:lvl1pPr>
              <a:defRPr sz="3733" b="0" i="0" baseline="0">
                <a:solidFill>
                  <a:schemeClr val="tx2"/>
                </a:solidFill>
                <a:latin typeface="+mj-lt"/>
                <a:cs typeface="Arial" panose="020B0604020202020204" pitchFamily="34" charset="0"/>
              </a:defRPr>
            </a:lvl1pPr>
          </a:lstStyle>
          <a:p>
            <a:r>
              <a:rPr lang="en-US"/>
              <a:t>28pt Intel Clear Headline</a:t>
            </a:r>
          </a:p>
        </p:txBody>
      </p:sp>
      <p:sp>
        <p:nvSpPr>
          <p:cNvPr id="9" name="Content Placeholder 8"/>
          <p:cNvSpPr>
            <a:spLocks noGrp="1"/>
          </p:cNvSpPr>
          <p:nvPr>
            <p:ph sz="quarter" idx="13" hasCustomPrompt="1"/>
          </p:nvPr>
        </p:nvSpPr>
        <p:spPr>
          <a:xfrm>
            <a:off x="607484" y="1604434"/>
            <a:ext cx="10970683" cy="4567767"/>
          </a:xfrm>
        </p:spPr>
        <p:txBody>
          <a:bodyPr/>
          <a:lstStyle>
            <a:lvl1pPr>
              <a:defRPr>
                <a:solidFill>
                  <a:srgbClr val="0071C5"/>
                </a:solidFill>
              </a:defRPr>
            </a:lvl1pPr>
            <a:lvl2pPr>
              <a:defRPr sz="2400">
                <a:solidFill>
                  <a:schemeClr val="tx2"/>
                </a:solidFill>
              </a:defRPr>
            </a:lvl2pPr>
            <a:lvl3pPr>
              <a:defRPr sz="2133">
                <a:solidFill>
                  <a:schemeClr val="tx2"/>
                </a:solidFill>
              </a:defRPr>
            </a:lvl3pPr>
            <a:lvl4pPr>
              <a:defRPr sz="1867">
                <a:solidFill>
                  <a:schemeClr val="tx2"/>
                </a:solidFill>
              </a:defRPr>
            </a:lvl4pPr>
            <a:lvl5pPr>
              <a:defRPr sz="1600">
                <a:solidFill>
                  <a:schemeClr val="tx2"/>
                </a:solidFill>
              </a:defRPr>
            </a:lvl5pPr>
          </a:lstStyle>
          <a:p>
            <a:pPr lvl="0"/>
            <a:r>
              <a:rPr lang="en-US"/>
              <a:t>18pt Intel Clear body text</a:t>
            </a:r>
          </a:p>
          <a:p>
            <a:pPr lvl="1"/>
            <a:r>
              <a:rPr lang="en-US"/>
              <a:t>18pt Intel Clear bullet one</a:t>
            </a:r>
          </a:p>
          <a:p>
            <a:pPr lvl="2"/>
            <a:r>
              <a:rPr lang="en-US"/>
              <a:t>16pt Intel Clear sub-bullet</a:t>
            </a:r>
          </a:p>
          <a:p>
            <a:pPr lvl="3"/>
            <a:r>
              <a:rPr lang="en-US"/>
              <a:t>14pt Intel Clear fourth level</a:t>
            </a:r>
          </a:p>
          <a:p>
            <a:pPr lvl="4"/>
            <a:r>
              <a:rPr lang="en-US"/>
              <a:t>12pt Intel Clear fifth level</a:t>
            </a:r>
          </a:p>
        </p:txBody>
      </p:sp>
    </p:spTree>
    <p:extLst>
      <p:ext uri="{BB962C8B-B14F-4D97-AF65-F5344CB8AC3E}">
        <p14:creationId xmlns:p14="http://schemas.microsoft.com/office/powerpoint/2010/main" val="28324083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72FD26-AF76-1128-6DEB-ECD6B0D34F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FF063AC9-9CAD-7E93-6D6A-D2B54BABD5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15B5871-0B20-4767-6DCD-AAEE658654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F7ED77-6183-42F6-92B3-7FA932E78D17}" type="datetimeFigureOut">
              <a:rPr lang="en-SG" smtClean="0"/>
              <a:t>1/3/2026</a:t>
            </a:fld>
            <a:endParaRPr lang="en-SG"/>
          </a:p>
        </p:txBody>
      </p:sp>
      <p:sp>
        <p:nvSpPr>
          <p:cNvPr id="5" name="Footer Placeholder 4">
            <a:extLst>
              <a:ext uri="{FF2B5EF4-FFF2-40B4-BE49-F238E27FC236}">
                <a16:creationId xmlns:a16="http://schemas.microsoft.com/office/drawing/2014/main" id="{3B066F98-E473-4209-B2B6-490C790F3D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87AB63D6-43B7-CB53-0DE1-2A598C3CCA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B70B54-AB22-45FF-A9F1-4FF15DC3910C}" type="slidenum">
              <a:rPr lang="en-SG" smtClean="0"/>
              <a:t>‹#›</a:t>
            </a:fld>
            <a:endParaRPr lang="en-SG"/>
          </a:p>
        </p:txBody>
      </p:sp>
    </p:spTree>
    <p:extLst>
      <p:ext uri="{BB962C8B-B14F-4D97-AF65-F5344CB8AC3E}">
        <p14:creationId xmlns:p14="http://schemas.microsoft.com/office/powerpoint/2010/main" val="38451401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77921-815A-637B-8A0E-90AF53F76D57}"/>
              </a:ext>
            </a:extLst>
          </p:cNvPr>
          <p:cNvSpPr>
            <a:spLocks noGrp="1"/>
          </p:cNvSpPr>
          <p:nvPr>
            <p:ph type="ctrTitle"/>
          </p:nvPr>
        </p:nvSpPr>
        <p:spPr/>
        <p:txBody>
          <a:bodyPr/>
          <a:lstStyle/>
          <a:p>
            <a:r>
              <a:rPr lang="en-SG"/>
              <a:t>CVE Project by Kiat Boon and Jaryl</a:t>
            </a:r>
          </a:p>
        </p:txBody>
      </p:sp>
      <p:sp>
        <p:nvSpPr>
          <p:cNvPr id="3" name="Subtitle 2">
            <a:extLst>
              <a:ext uri="{FF2B5EF4-FFF2-40B4-BE49-F238E27FC236}">
                <a16:creationId xmlns:a16="http://schemas.microsoft.com/office/drawing/2014/main" id="{DB7013FE-F7EB-A3B8-320E-CDE8BE5A0609}"/>
              </a:ext>
            </a:extLst>
          </p:cNvPr>
          <p:cNvSpPr>
            <a:spLocks noGrp="1"/>
          </p:cNvSpPr>
          <p:nvPr>
            <p:ph type="subTitle" idx="1"/>
          </p:nvPr>
        </p:nvSpPr>
        <p:spPr/>
        <p:txBody>
          <a:bodyPr/>
          <a:lstStyle/>
          <a:p>
            <a:endParaRPr lang="en-SG"/>
          </a:p>
        </p:txBody>
      </p:sp>
    </p:spTree>
    <p:extLst>
      <p:ext uri="{BB962C8B-B14F-4D97-AF65-F5344CB8AC3E}">
        <p14:creationId xmlns:p14="http://schemas.microsoft.com/office/powerpoint/2010/main" val="2945379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071B-7804-8013-04FB-EC1ED754D7F4}"/>
              </a:ext>
            </a:extLst>
          </p:cNvPr>
          <p:cNvSpPr>
            <a:spLocks noGrp="1"/>
          </p:cNvSpPr>
          <p:nvPr>
            <p:ph type="title"/>
          </p:nvPr>
        </p:nvSpPr>
        <p:spPr/>
        <p:txBody>
          <a:bodyPr/>
          <a:lstStyle/>
          <a:p>
            <a:r>
              <a:rPr lang="en-SG"/>
              <a:t>4Ws Problem Canvas</a:t>
            </a:r>
          </a:p>
        </p:txBody>
      </p:sp>
      <p:sp>
        <p:nvSpPr>
          <p:cNvPr id="3" name="Content Placeholder 2">
            <a:extLst>
              <a:ext uri="{FF2B5EF4-FFF2-40B4-BE49-F238E27FC236}">
                <a16:creationId xmlns:a16="http://schemas.microsoft.com/office/drawing/2014/main" id="{CB1700E6-237D-D3B2-73D2-C8FD24EB51FB}"/>
              </a:ext>
            </a:extLst>
          </p:cNvPr>
          <p:cNvSpPr>
            <a:spLocks noGrp="1"/>
          </p:cNvSpPr>
          <p:nvPr>
            <p:ph idx="1"/>
          </p:nvPr>
        </p:nvSpPr>
        <p:spPr/>
        <p:txBody>
          <a:bodyPr vert="horz" lIns="91440" tIns="45720" rIns="91440" bIns="45720" rtlCol="0" anchor="t">
            <a:normAutofit/>
          </a:bodyPr>
          <a:lstStyle/>
          <a:p>
            <a:pPr marL="0" indent="0">
              <a:buNone/>
            </a:pPr>
            <a:r>
              <a:rPr lang="en-SG"/>
              <a:t>The self-driving car may not know what are all the traffic signs , where they are ,how to prepare for a stop before reaching the stop sign. It also may not know what a U-turn sign is like what does it look like, and might not know when to prepare for a U-turn. This brings danger for onboard passengers.</a:t>
            </a:r>
          </a:p>
        </p:txBody>
      </p:sp>
    </p:spTree>
    <p:extLst>
      <p:ext uri="{BB962C8B-B14F-4D97-AF65-F5344CB8AC3E}">
        <p14:creationId xmlns:p14="http://schemas.microsoft.com/office/powerpoint/2010/main" val="4188729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C9BD1E03-B8FA-5721-706E-2F1A564A285C}"/>
              </a:ext>
            </a:extLst>
          </p:cNvPr>
          <p:cNvSpPr>
            <a:spLocks noGrp="1" noChangeArrowheads="1"/>
          </p:cNvSpPr>
          <p:nvPr>
            <p:ph type="title"/>
          </p:nvPr>
        </p:nvSpPr>
        <p:spPr bwMode="auto">
          <a:xfrm>
            <a:off x="-2240" y="305556"/>
            <a:ext cx="11762020"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effectLst/>
                <a:latin typeface="Arial"/>
                <a:cs typeface="Arial"/>
              </a:rPr>
              <a:t>🚗 4Ws Problem Canvas</a:t>
            </a:r>
            <a:r>
              <a:rPr lang="en-US" altLang="en-US" sz="2000">
                <a:latin typeface="Arial"/>
                <a:cs typeface="Arial"/>
              </a:rPr>
              <a:t> part 1</a:t>
            </a:r>
            <a:r>
              <a:rPr kumimoji="0" lang="en-US" altLang="en-US" sz="2000" b="0" i="0" u="none" strike="noStrike" cap="none" normalizeH="0" baseline="0">
                <a:ln>
                  <a:noFill/>
                </a:ln>
                <a:effectLst/>
                <a:latin typeface="Arial"/>
                <a:cs typeface="Arial"/>
              </a:rPr>
              <a:t>: Self-Driving Cars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 </a:t>
            </a:r>
            <a:r>
              <a:rPr kumimoji="0" lang="en-US" altLang="en-US" sz="2000" b="1" i="0" u="none" strike="noStrike" cap="none" normalizeH="0" baseline="0">
                <a:ln>
                  <a:noFill/>
                </a:ln>
                <a:solidFill>
                  <a:schemeClr val="tx1"/>
                </a:solidFill>
                <a:effectLst/>
                <a:latin typeface="Arial" panose="020B0604020202020204" pitchFamily="34" charset="0"/>
              </a:rPr>
              <a:t>Who</a:t>
            </a:r>
            <a:endParaRPr kumimoji="0" lang="en-US" altLang="en-US"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effectLst/>
                <a:latin typeface="Arial"/>
                <a:cs typeface="Arial"/>
              </a:rPr>
              <a:t>Primary stakeholders:</a:t>
            </a:r>
            <a:r>
              <a:rPr kumimoji="0" lang="en-US" altLang="en-US" sz="2000" b="0" i="0" u="none" strike="noStrike" cap="none" normalizeH="0" baseline="0">
                <a:ln>
                  <a:noFill/>
                </a:ln>
                <a:effectLst/>
                <a:latin typeface="Arial"/>
                <a:cs typeface="Arial"/>
              </a:rPr>
              <a:t> </a:t>
            </a:r>
            <a:endParaRPr lang="en-US" altLang="en-US" sz="2000" b="0" i="0" u="none" strike="noStrike" cap="none" normalizeH="0" baseline="0">
              <a:ln>
                <a:noFill/>
              </a:ln>
              <a:effectLst/>
              <a:latin typeface="Arial"/>
              <a:cs typeface="Arial"/>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Urban commuters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Elderly and disabled individuals (mobility support)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a:cs typeface="Arial"/>
              </a:rPr>
              <a:t>Logistics and delivery companies </a:t>
            </a:r>
            <a:endParaRPr lang="en-US" altLang="en-US" sz="2000" b="0" i="0" u="none" strike="noStrike" cap="none" normalizeH="0" baseline="0">
              <a:ln>
                <a:noFill/>
              </a:ln>
              <a:solidFill>
                <a:schemeClr val="tx1"/>
              </a:solidFill>
              <a:effectLst/>
              <a:latin typeface="Arial"/>
              <a:cs typeface="Arial"/>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Governments and city planners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Car manufacturers and tech companies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effectLst/>
                <a:latin typeface="Arial"/>
                <a:cs typeface="Arial"/>
              </a:rPr>
              <a:t>Secondary stakeholders:</a:t>
            </a:r>
            <a:r>
              <a:rPr kumimoji="0" lang="en-US" altLang="en-US" sz="2000" b="0" i="0" u="none" strike="noStrike" cap="none" normalizeH="0" baseline="0">
                <a:ln>
                  <a:noFill/>
                </a:ln>
                <a:effectLst/>
                <a:latin typeface="Arial"/>
                <a:cs typeface="Arial"/>
              </a:rPr>
              <a:t> </a:t>
            </a:r>
            <a:endParaRPr lang="en-US" altLang="en-US" sz="2000" b="0" i="0" u="none" strike="noStrike" cap="none" normalizeH="0" baseline="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a:ln>
                  <a:noFill/>
                </a:ln>
                <a:effectLst/>
                <a:latin typeface="Arial"/>
                <a:cs typeface="Arial"/>
              </a:rPr>
              <a:t>Pedestrians and cyclists (safety concerns) Insurance companies Traffic enforcement agencies </a:t>
            </a:r>
            <a:endParaRPr lang="en-US" altLang="en-US" sz="2000" b="0" i="0" u="none" strike="noStrike" cap="none" normalizeH="0" baseline="0">
              <a:ln>
                <a:noFill/>
              </a:ln>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 </a:t>
            </a:r>
            <a:r>
              <a:rPr kumimoji="0" lang="en-US" altLang="en-US" sz="2000" b="1" i="0" u="none" strike="noStrike" cap="none" normalizeH="0" baseline="0">
                <a:ln>
                  <a:noFill/>
                </a:ln>
                <a:solidFill>
                  <a:schemeClr val="tx1"/>
                </a:solidFill>
                <a:effectLst/>
                <a:latin typeface="Arial" panose="020B0604020202020204" pitchFamily="34" charset="0"/>
              </a:rPr>
              <a:t>What</a:t>
            </a:r>
            <a:endParaRPr kumimoji="0" lang="en-US" altLang="en-US"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effectLst/>
                <a:latin typeface="Arial"/>
                <a:cs typeface="Arial"/>
              </a:rPr>
              <a:t>The problem:</a:t>
            </a:r>
            <a:r>
              <a:rPr kumimoji="0" lang="en-US" altLang="en-US" sz="2000" b="0" i="0" u="none" strike="noStrike" cap="none" normalizeH="0" baseline="0">
                <a:ln>
                  <a:noFill/>
                </a:ln>
                <a:effectLst/>
                <a:latin typeface="Arial"/>
                <a:cs typeface="Arial"/>
              </a:rPr>
              <a:t> </a:t>
            </a:r>
            <a:endParaRPr lang="en-US" altLang="en-US" sz="2000" b="0" i="0" u="none" strike="noStrike" cap="none" normalizeH="0" baseline="0">
              <a:ln>
                <a:noFill/>
              </a:ln>
              <a:effectLst/>
              <a:latin typeface="Arial"/>
              <a:cs typeface="Arial"/>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Human driving errors cause accidents, congestion, and inefficiency.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Limited accessibility for people who cannot drive.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a:cs typeface="Arial"/>
              </a:rPr>
              <a:t>High costs of logistics due to reliance on human drivers. </a:t>
            </a:r>
            <a:endParaRPr lang="en-US" altLang="en-US" sz="2000" b="0" i="0" u="none" strike="noStrike" cap="none" normalizeH="0" baseline="0">
              <a:ln>
                <a:noFill/>
              </a:ln>
              <a:solidFill>
                <a:schemeClr val="tx1"/>
              </a:solidFill>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effectLst/>
                <a:latin typeface="Arial"/>
                <a:cs typeface="Arial"/>
              </a:rPr>
              <a:t>Challenges in self-driving cars:</a:t>
            </a:r>
            <a:r>
              <a:rPr kumimoji="0" lang="en-US" altLang="en-US" sz="2000" b="0" i="0" u="none" strike="noStrike" cap="none" normalizeH="0" baseline="0">
                <a:ln>
                  <a:noFill/>
                </a:ln>
                <a:effectLst/>
                <a:latin typeface="Arial"/>
                <a:cs typeface="Arial"/>
              </a:rPr>
              <a:t> </a:t>
            </a:r>
            <a:endParaRPr lang="en-US" altLang="en-US" sz="2000" b="0" i="0" u="none" strike="noStrike" cap="none" normalizeH="0" baseline="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Handling unpredictable human behavior on roads.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Navigating complex urban environments.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Ensuring cybersecurity and preventing hacking.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Legal and ethical responsibility in case of accidents. </a:t>
            </a:r>
          </a:p>
        </p:txBody>
      </p:sp>
    </p:spTree>
    <p:extLst>
      <p:ext uri="{BB962C8B-B14F-4D97-AF65-F5344CB8AC3E}">
        <p14:creationId xmlns:p14="http://schemas.microsoft.com/office/powerpoint/2010/main" val="1126655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61D8A-7119-DEDD-55C0-4F9EDA259C13}"/>
              </a:ext>
            </a:extLst>
          </p:cNvPr>
          <p:cNvSpPr>
            <a:spLocks noGrp="1"/>
          </p:cNvSpPr>
          <p:nvPr>
            <p:ph type="title"/>
          </p:nvPr>
        </p:nvSpPr>
        <p:spPr/>
        <p:txBody>
          <a:bodyPr>
            <a:noAutofit/>
          </a:bodyPr>
          <a:lstStyle/>
          <a:p>
            <a:pPr marL="457200" marR="0" lvl="1" indent="0" defTabSz="914400" rtl="0" eaLnBrk="0" fontAlgn="base" latinLnBrk="0" hangingPunct="0">
              <a:lnSpc>
                <a:spcPct val="100000"/>
              </a:lnSpc>
              <a:spcBef>
                <a:spcPct val="0"/>
              </a:spcBef>
              <a:spcAft>
                <a:spcPct val="0"/>
              </a:spcAft>
              <a:tabLst/>
            </a:pPr>
            <a:br>
              <a:rPr lang="en-US" altLang="en-US" sz="2000" b="0" i="0" u="none" strike="noStrike" cap="none" normalizeH="0" baseline="0">
                <a:ln>
                  <a:noFill/>
                </a:ln>
                <a:effectLst/>
                <a:latin typeface="Arial" panose="020B0604020202020204" pitchFamily="34" charset="0"/>
                <a:cs typeface="Arial"/>
              </a:rPr>
            </a:br>
            <a:br>
              <a:rPr lang="en-US" altLang="en-US" sz="2000" b="0" i="0" u="none" strike="noStrike" cap="none" normalizeH="0" baseline="0">
                <a:ln>
                  <a:noFill/>
                </a:ln>
                <a:effectLst/>
                <a:latin typeface="Arial" panose="020B0604020202020204" pitchFamily="34" charset="0"/>
                <a:cs typeface="Arial"/>
              </a:rPr>
            </a:br>
            <a:br>
              <a:rPr lang="en-US" altLang="en-US" sz="2000" b="0" i="0" u="none" strike="noStrike" cap="none" normalizeH="0" baseline="0">
                <a:ln>
                  <a:noFill/>
                </a:ln>
                <a:effectLst/>
                <a:latin typeface="Arial" panose="020B0604020202020204" pitchFamily="34" charset="0"/>
                <a:cs typeface="Arial"/>
              </a:rPr>
            </a:br>
            <a:br>
              <a:rPr lang="en-US" altLang="en-US" sz="2000" b="0" i="0" u="none" strike="noStrike" cap="none" normalizeH="0" baseline="0">
                <a:ln>
                  <a:noFill/>
                </a:ln>
                <a:effectLst/>
                <a:latin typeface="Arial" panose="020B0604020202020204" pitchFamily="34" charset="0"/>
                <a:cs typeface="Arial"/>
              </a:rPr>
            </a:br>
            <a:br>
              <a:rPr lang="en-US" altLang="en-US" sz="2000" b="0" i="0" u="none" strike="noStrike" cap="none" normalizeH="0" baseline="0">
                <a:ln>
                  <a:noFill/>
                </a:ln>
                <a:effectLst/>
                <a:latin typeface="Arial" panose="020B0604020202020204" pitchFamily="34" charset="0"/>
                <a:cs typeface="Arial"/>
              </a:rPr>
            </a:br>
            <a:br>
              <a:rPr lang="en-US" altLang="en-US" sz="2000" b="0" i="0" u="none" strike="noStrike" cap="none" normalizeH="0" baseline="0">
                <a:ln>
                  <a:noFill/>
                </a:ln>
                <a:effectLst/>
                <a:latin typeface="Arial" panose="020B0604020202020204" pitchFamily="34" charset="0"/>
                <a:cs typeface="Arial"/>
              </a:rPr>
            </a:br>
            <a:br>
              <a:rPr lang="en-US" altLang="en-US" sz="2000" b="0" i="0" u="none" strike="noStrike" cap="none" normalizeH="0" baseline="0">
                <a:ln>
                  <a:noFill/>
                </a:ln>
                <a:effectLst/>
                <a:latin typeface="Arial" panose="020B0604020202020204" pitchFamily="34" charset="0"/>
                <a:cs typeface="Arial"/>
              </a:rPr>
            </a:br>
            <a:br>
              <a:rPr lang="en-US" altLang="en-US" sz="2000" b="0" i="0" u="none" strike="noStrike" cap="none" normalizeH="0" baseline="0">
                <a:ln>
                  <a:noFill/>
                </a:ln>
                <a:effectLst/>
                <a:latin typeface="Arial" panose="020B0604020202020204" pitchFamily="34" charset="0"/>
                <a:cs typeface="Arial"/>
              </a:rPr>
            </a:br>
            <a:br>
              <a:rPr lang="en-US" altLang="en-US" sz="2000" b="0" i="0" u="none" strike="noStrike" cap="none" normalizeH="0" baseline="0">
                <a:ln>
                  <a:noFill/>
                </a:ln>
                <a:effectLst/>
                <a:latin typeface="Arial" panose="020B0604020202020204" pitchFamily="34" charset="0"/>
                <a:cs typeface="Arial"/>
              </a:rPr>
            </a:br>
            <a:endParaRPr lang="en-US" altLang="en-US" sz="2000">
              <a:solidFill>
                <a:schemeClr val="tx1"/>
              </a:solidFill>
              <a:latin typeface="Arial"/>
              <a:cs typeface="Arial"/>
            </a:endParaRPr>
          </a:p>
        </p:txBody>
      </p:sp>
      <p:sp>
        <p:nvSpPr>
          <p:cNvPr id="3" name="TextBox 2">
            <a:extLst>
              <a:ext uri="{FF2B5EF4-FFF2-40B4-BE49-F238E27FC236}">
                <a16:creationId xmlns:a16="http://schemas.microsoft.com/office/drawing/2014/main" id="{F1EDA310-BAE6-10B7-E14E-AA98EF351915}"/>
              </a:ext>
            </a:extLst>
          </p:cNvPr>
          <p:cNvSpPr txBox="1"/>
          <p:nvPr/>
        </p:nvSpPr>
        <p:spPr>
          <a:xfrm>
            <a:off x="268323" y="361822"/>
            <a:ext cx="11093883"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Arial"/>
                <a:cs typeface="Arial"/>
              </a:rPr>
              <a:t>4Ws problem canvas part 2:</a:t>
            </a:r>
            <a:br>
              <a:rPr lang="en-US" sz="2000">
                <a:latin typeface="Arial"/>
                <a:cs typeface="Arial"/>
              </a:rPr>
            </a:br>
            <a:r>
              <a:rPr lang="en-US" sz="2000">
                <a:latin typeface="Arial"/>
                <a:cs typeface="Arial"/>
              </a:rPr>
              <a:t>3. Where:</a:t>
            </a:r>
          </a:p>
          <a:p>
            <a:r>
              <a:rPr lang="en-US" sz="2000">
                <a:latin typeface="Arial"/>
                <a:cs typeface="Arial"/>
              </a:rPr>
              <a:t>Geographic scope: </a:t>
            </a:r>
            <a:br>
              <a:rPr lang="en-US" sz="2000">
                <a:latin typeface="Arial"/>
                <a:cs typeface="Arial"/>
              </a:rPr>
            </a:br>
            <a:r>
              <a:rPr lang="en-US" sz="2000">
                <a:latin typeface="Arial"/>
                <a:cs typeface="Arial"/>
              </a:rPr>
              <a:t>Urban cities with heavy traffic (e.g., Singapore, New York, Tokyo). </a:t>
            </a:r>
            <a:br>
              <a:rPr lang="en-US" sz="2000">
                <a:latin typeface="Arial"/>
                <a:cs typeface="Arial"/>
              </a:rPr>
            </a:br>
            <a:r>
              <a:rPr lang="en-US" sz="2000">
                <a:latin typeface="Arial"/>
                <a:cs typeface="Arial"/>
              </a:rPr>
              <a:t>Highways for long-distance logistics. </a:t>
            </a:r>
            <a:br>
              <a:rPr lang="en-US" sz="2000">
                <a:latin typeface="Arial"/>
                <a:cs typeface="Arial"/>
              </a:rPr>
            </a:br>
            <a:r>
              <a:rPr lang="en-US" sz="2000">
                <a:latin typeface="Arial"/>
                <a:cs typeface="Arial"/>
              </a:rPr>
              <a:t>Suburban and rural areas with less infrastructure (harder adoption). </a:t>
            </a:r>
            <a:br>
              <a:rPr lang="en-US" sz="2000">
                <a:latin typeface="Arial"/>
                <a:cs typeface="Arial"/>
              </a:rPr>
            </a:br>
            <a:r>
              <a:rPr lang="en-US" sz="2000">
                <a:latin typeface="Arial"/>
                <a:cs typeface="Arial"/>
              </a:rPr>
              <a:t>Situational scope: </a:t>
            </a:r>
            <a:br>
              <a:rPr lang="en-US" sz="2000">
                <a:latin typeface="Arial"/>
                <a:cs typeface="Arial"/>
              </a:rPr>
            </a:br>
            <a:r>
              <a:rPr lang="en-US" sz="2000">
                <a:latin typeface="Arial"/>
                <a:cs typeface="Arial"/>
              </a:rPr>
              <a:t>Daily commuting </a:t>
            </a:r>
            <a:br>
              <a:rPr lang="en-US" sz="2000">
                <a:latin typeface="Arial"/>
                <a:cs typeface="Arial"/>
              </a:rPr>
            </a:br>
            <a:r>
              <a:rPr lang="en-US" sz="2000">
                <a:latin typeface="Arial"/>
                <a:cs typeface="Arial"/>
              </a:rPr>
              <a:t>Freight and delivery services </a:t>
            </a:r>
            <a:br>
              <a:rPr lang="en-US" sz="2000">
                <a:latin typeface="Arial"/>
                <a:cs typeface="Arial"/>
              </a:rPr>
            </a:br>
            <a:r>
              <a:rPr lang="en-US" sz="2000">
                <a:latin typeface="Arial"/>
                <a:cs typeface="Arial"/>
              </a:rPr>
              <a:t>Ride-hailing and public transport integration </a:t>
            </a:r>
            <a:br>
              <a:rPr lang="en-US" sz="2000">
                <a:latin typeface="Arial"/>
                <a:cs typeface="Arial"/>
              </a:rPr>
            </a:br>
            <a:r>
              <a:rPr lang="en-US" sz="2000">
                <a:latin typeface="Arial"/>
                <a:cs typeface="Arial"/>
              </a:rPr>
              <a:t>4. </a:t>
            </a:r>
            <a:r>
              <a:rPr lang="en-US" sz="2000" b="1">
                <a:latin typeface="Arial"/>
                <a:cs typeface="Arial"/>
              </a:rPr>
              <a:t>Why</a:t>
            </a:r>
            <a:br>
              <a:rPr lang="en-US" sz="2000" b="1">
                <a:latin typeface="Arial"/>
                <a:cs typeface="Arial"/>
              </a:rPr>
            </a:br>
            <a:r>
              <a:rPr lang="en-US" sz="2000" b="1">
                <a:latin typeface="Arial"/>
                <a:cs typeface="Arial"/>
              </a:rPr>
              <a:t>Importance of solving the problem:</a:t>
            </a:r>
            <a:r>
              <a:rPr lang="en-US" sz="2000">
                <a:latin typeface="Arial"/>
                <a:cs typeface="Arial"/>
              </a:rPr>
              <a:t> </a:t>
            </a:r>
            <a:br>
              <a:rPr lang="en-US" sz="2000">
                <a:latin typeface="Arial"/>
                <a:cs typeface="Arial"/>
              </a:rPr>
            </a:br>
            <a:r>
              <a:rPr lang="en-US" sz="2000">
                <a:latin typeface="Arial"/>
                <a:cs typeface="Arial"/>
              </a:rPr>
              <a:t>Reduce road accidents (90% caused by human error). </a:t>
            </a:r>
            <a:br>
              <a:rPr lang="en-US" sz="2000">
                <a:latin typeface="Arial"/>
                <a:cs typeface="Arial"/>
              </a:rPr>
            </a:br>
            <a:r>
              <a:rPr lang="en-US" sz="2000">
                <a:latin typeface="Arial"/>
                <a:cs typeface="Arial"/>
              </a:rPr>
              <a:t>Increase mobility access for non-drivers. </a:t>
            </a:r>
            <a:br>
              <a:rPr lang="en-US" sz="2000">
                <a:latin typeface="Arial"/>
                <a:cs typeface="Arial"/>
              </a:rPr>
            </a:br>
            <a:r>
              <a:rPr lang="en-US" sz="2000">
                <a:latin typeface="Arial"/>
                <a:cs typeface="Arial"/>
              </a:rPr>
              <a:t>Lower transportation costs and improve efficiency. </a:t>
            </a:r>
            <a:br>
              <a:rPr lang="en-US" sz="2000">
                <a:latin typeface="Arial"/>
                <a:cs typeface="Arial"/>
              </a:rPr>
            </a:br>
            <a:r>
              <a:rPr lang="en-US" sz="2000">
                <a:latin typeface="Arial"/>
                <a:cs typeface="Arial"/>
              </a:rPr>
              <a:t>Support sustainability by optimizing routes and reducing emissions. </a:t>
            </a:r>
            <a:br>
              <a:rPr lang="en-US" sz="2000">
                <a:latin typeface="Arial"/>
                <a:cs typeface="Arial"/>
              </a:rPr>
            </a:br>
            <a:r>
              <a:rPr lang="en-US" sz="2000">
                <a:latin typeface="Arial"/>
                <a:cs typeface="Arial"/>
              </a:rPr>
              <a:t>Enable smart city integration with autonomous fleets. </a:t>
            </a:r>
            <a:br>
              <a:rPr lang="en-US" sz="2000">
                <a:latin typeface="Arial"/>
                <a:cs typeface="Arial"/>
              </a:rPr>
            </a:br>
            <a:r>
              <a:rPr lang="en-US" sz="2000">
                <a:latin typeface="Arial"/>
                <a:cs typeface="Arial"/>
              </a:rPr>
              <a:t>📊 Summary Table</a:t>
            </a:r>
            <a:endParaRPr lang="en-US"/>
          </a:p>
          <a:p>
            <a:pPr algn="l"/>
            <a:endParaRPr lang="en-US"/>
          </a:p>
        </p:txBody>
      </p:sp>
    </p:spTree>
    <p:extLst>
      <p:ext uri="{BB962C8B-B14F-4D97-AF65-F5344CB8AC3E}">
        <p14:creationId xmlns:p14="http://schemas.microsoft.com/office/powerpoint/2010/main" val="1609873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AF1DF-BF33-BB37-358E-51EAB6401FBD}"/>
              </a:ext>
            </a:extLst>
          </p:cNvPr>
          <p:cNvSpPr>
            <a:spLocks noGrp="1"/>
          </p:cNvSpPr>
          <p:nvPr>
            <p:ph type="title"/>
          </p:nvPr>
        </p:nvSpPr>
        <p:spPr/>
        <p:txBody>
          <a:bodyPr/>
          <a:lstStyle/>
          <a:p>
            <a:r>
              <a:rPr lang="en-US" sz="5333" b="1"/>
              <a:t>Computer Vision Applications </a:t>
            </a:r>
            <a:br>
              <a:rPr lang="en-US" sz="5333" b="1"/>
            </a:br>
            <a:r>
              <a:rPr lang="en-US" sz="5333" b="1"/>
              <a:t>AI50031FP</a:t>
            </a:r>
            <a:br>
              <a:rPr lang="en-US" sz="5333" b="1"/>
            </a:br>
            <a:endParaRPr lang="en-US"/>
          </a:p>
        </p:txBody>
      </p:sp>
      <p:sp>
        <p:nvSpPr>
          <p:cNvPr id="3" name="Text Placeholder 2">
            <a:extLst>
              <a:ext uri="{FF2B5EF4-FFF2-40B4-BE49-F238E27FC236}">
                <a16:creationId xmlns:a16="http://schemas.microsoft.com/office/drawing/2014/main" id="{FA9412E6-51FA-E43D-D10D-47955397FD9C}"/>
              </a:ext>
            </a:extLst>
          </p:cNvPr>
          <p:cNvSpPr>
            <a:spLocks noGrp="1"/>
          </p:cNvSpPr>
          <p:nvPr>
            <p:ph type="body" idx="1"/>
          </p:nvPr>
        </p:nvSpPr>
        <p:spPr/>
        <p:txBody>
          <a:bodyPr/>
          <a:lstStyle/>
          <a:p>
            <a:r>
              <a:rPr lang="en-US" sz="3733"/>
              <a:t>4W Problem Canvas (Who, What, Where, Why)</a:t>
            </a:r>
          </a:p>
        </p:txBody>
      </p:sp>
    </p:spTree>
    <p:extLst>
      <p:ext uri="{BB962C8B-B14F-4D97-AF65-F5344CB8AC3E}">
        <p14:creationId xmlns:p14="http://schemas.microsoft.com/office/powerpoint/2010/main" val="4224409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ight Arrow 5"/>
          <p:cNvSpPr/>
          <p:nvPr/>
        </p:nvSpPr>
        <p:spPr>
          <a:xfrm rot="4051856">
            <a:off x="586168" y="1223470"/>
            <a:ext cx="706056" cy="71763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SG" sz="2000"/>
          </a:p>
        </p:txBody>
      </p:sp>
    </p:spTree>
    <p:extLst>
      <p:ext uri="{BB962C8B-B14F-4D97-AF65-F5344CB8AC3E}">
        <p14:creationId xmlns:p14="http://schemas.microsoft.com/office/powerpoint/2010/main" val="31865333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SG"/>
              <a:t>Situation</a:t>
            </a:r>
          </a:p>
        </p:txBody>
      </p:sp>
      <p:sp>
        <p:nvSpPr>
          <p:cNvPr id="5" name="Content Placeholder 4"/>
          <p:cNvSpPr>
            <a:spLocks noGrp="1"/>
          </p:cNvSpPr>
          <p:nvPr>
            <p:ph sz="quarter" idx="13"/>
          </p:nvPr>
        </p:nvSpPr>
        <p:spPr>
          <a:xfrm>
            <a:off x="394124" y="1670474"/>
            <a:ext cx="10970683" cy="4567767"/>
          </a:xfrm>
        </p:spPr>
        <p:txBody>
          <a:bodyPr/>
          <a:lstStyle/>
          <a:p>
            <a:r>
              <a:rPr lang="en-SG"/>
              <a:t>Self driving car cannot recognise the traffic signs like stop and u turn as well as the speed limit.</a:t>
            </a:r>
          </a:p>
          <a:p>
            <a:endParaRPr lang="en-SG"/>
          </a:p>
        </p:txBody>
      </p:sp>
    </p:spTree>
    <p:extLst>
      <p:ext uri="{BB962C8B-B14F-4D97-AF65-F5344CB8AC3E}">
        <p14:creationId xmlns:p14="http://schemas.microsoft.com/office/powerpoint/2010/main" val="23579075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AEF7F-EBC6-D007-ADF2-600F3F57E24E}"/>
              </a:ext>
            </a:extLst>
          </p:cNvPr>
          <p:cNvSpPr>
            <a:spLocks noGrp="1"/>
          </p:cNvSpPr>
          <p:nvPr>
            <p:ph type="title"/>
          </p:nvPr>
        </p:nvSpPr>
        <p:spPr/>
        <p:txBody>
          <a:bodyPr>
            <a:noAutofit/>
          </a:bodyPr>
          <a:lstStyle/>
          <a:p>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r>
              <a:rPr lang="en-SG" sz="2000"/>
              <a:t>Situation part 1</a:t>
            </a:r>
            <a:br>
              <a:rPr lang="en-SG" sz="2000"/>
            </a:br>
            <a:r>
              <a:rPr lang="en-SG" sz="2000"/>
              <a:t>Here’s a clear snapshot of the current situation with self-driving cars:</a:t>
            </a:r>
            <a:br>
              <a:rPr lang="en-SG" sz="2000"/>
            </a:br>
            <a:r>
              <a:rPr lang="en-SG" sz="2000"/>
              <a:t>🚗 Current State of Self-Driving Cars</a:t>
            </a:r>
            <a:br>
              <a:rPr lang="en-SG" sz="2000"/>
            </a:br>
            <a:r>
              <a:rPr lang="en-SG" sz="2000" b="1"/>
              <a:t>Progress Achieved</a:t>
            </a:r>
            <a:br>
              <a:rPr lang="en-SG" sz="2000"/>
            </a:br>
            <a:r>
              <a:rPr lang="en-SG" sz="2000"/>
              <a:t>Autonomous vehicles can reliably follow lanes, maintain safe distances, and navigate familiar routes.</a:t>
            </a:r>
            <a:br>
              <a:rPr lang="en-SG" sz="2000"/>
            </a:br>
            <a:r>
              <a:rPr lang="en-SG" sz="2000"/>
              <a:t>They’ve accumulated millions of miles in testing, performing well on highways and controlled urban zones.</a:t>
            </a:r>
            <a:br>
              <a:rPr lang="en-SG" sz="2000"/>
            </a:br>
            <a:r>
              <a:rPr lang="en-SG" sz="2000" b="1"/>
              <a:t>Key Challenges</a:t>
            </a:r>
            <a:br>
              <a:rPr lang="en-SG" sz="2000"/>
            </a:br>
            <a:r>
              <a:rPr lang="en-SG" sz="2000" b="1"/>
              <a:t>Edge cases</a:t>
            </a:r>
            <a:r>
              <a:rPr lang="en-SG" sz="2000"/>
              <a:t>: Rare but dangerous scenarios like sharp bends on wet roads, construction zones with missing lane markings, or intersections with improvised hand signals still confuse systems.</a:t>
            </a:r>
            <a:br>
              <a:rPr lang="en-SG" sz="2000"/>
            </a:br>
            <a:r>
              <a:rPr lang="en-SG" sz="2000" b="1"/>
              <a:t>Human interaction</a:t>
            </a:r>
            <a:r>
              <a:rPr lang="en-SG" sz="2000"/>
              <a:t>: Mixed control between driver and automation can lead to unpredictable outcomes.</a:t>
            </a:r>
            <a:br>
              <a:rPr lang="en-SG" sz="2000"/>
            </a:br>
            <a:r>
              <a:rPr lang="en-SG" sz="2000" b="1"/>
              <a:t>Global Deployment Outlook</a:t>
            </a:r>
            <a:br>
              <a:rPr lang="en-SG" sz="2000"/>
            </a:br>
            <a:r>
              <a:rPr lang="en-SG" sz="2000"/>
              <a:t>Governments (like the US and UK) are pushing policies to accelerate rollout.</a:t>
            </a:r>
            <a:br>
              <a:rPr lang="en-SG" sz="2000"/>
            </a:br>
            <a:r>
              <a:rPr lang="en-SG" sz="2000"/>
              <a:t>Robotaxis and autonomous trucks are being tested, but widespread adoption is expected to unfold gradually over the next decade.</a:t>
            </a:r>
            <a:br>
              <a:rPr lang="en-SG" sz="2000"/>
            </a:br>
            <a:r>
              <a:rPr lang="en-SG" sz="2000" b="1"/>
              <a:t>Future Vision</a:t>
            </a:r>
            <a:br>
              <a:rPr lang="en-SG" sz="2000"/>
            </a:br>
            <a:r>
              <a:rPr lang="en-SG" sz="2000"/>
              <a:t>Analysts see autonomous vehicles reshaping urban planning, commuting, and even consumer trust.</a:t>
            </a:r>
            <a:br>
              <a:rPr lang="en-SG" sz="2000"/>
            </a:br>
            <a:r>
              <a:rPr lang="en-SG" sz="2000"/>
              <a:t>By 2040, they could significantly alter city infrastructure and daily life.</a:t>
            </a:r>
            <a:br>
              <a:rPr lang="en-SG" sz="2000"/>
            </a:br>
            <a:r>
              <a:rPr lang="en-SG" sz="2000"/>
              <a:t>⚠️ Risks &amp; Limitations</a:t>
            </a:r>
            <a:br>
              <a:rPr lang="en-SG" sz="2000"/>
            </a:br>
            <a:r>
              <a:rPr lang="en-SG" sz="2000"/>
              <a:t>Current AI systems excel at object detection and mapping but struggle with reasoning in unpredictable, human-driven environments.</a:t>
            </a:r>
            <a:br>
              <a:rPr lang="en-SG" sz="2000"/>
            </a:br>
            <a:r>
              <a:rPr lang="en-SG" sz="2000"/>
              <a:t>More data alone won’t solve these issues; deeper improvements in AI reasoning and adaptability are needed.</a:t>
            </a:r>
            <a:br>
              <a:rPr lang="en-SG" sz="2000"/>
            </a:br>
            <a:r>
              <a:rPr lang="en-SG" sz="2000"/>
              <a:t>🌍 Big Picture</a:t>
            </a:r>
            <a:br>
              <a:rPr lang="en-SG" sz="2000"/>
            </a:br>
            <a:r>
              <a:rPr lang="en-SG" sz="2000"/>
              <a:t>Self-driving cars are no longer science fiction—they’re already on roads in limited contexts. But the leap from controlled tests to fully autonomous everyday driving is slowed by safety, trust, and regulatory hurdles. The trajectory is clear: autonomy is coming, but cautiously.</a:t>
            </a:r>
            <a:br>
              <a:rPr lang="en-SG" sz="2000"/>
            </a:br>
            <a:endParaRPr lang="en-SG" sz="2000"/>
          </a:p>
        </p:txBody>
      </p:sp>
    </p:spTree>
    <p:extLst>
      <p:ext uri="{BB962C8B-B14F-4D97-AF65-F5344CB8AC3E}">
        <p14:creationId xmlns:p14="http://schemas.microsoft.com/office/powerpoint/2010/main" val="13399456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55F83B-A4A3-4547-829B-B03D48E65D89}"/>
              </a:ext>
            </a:extLst>
          </p:cNvPr>
          <p:cNvSpPr>
            <a:spLocks noGrp="1"/>
          </p:cNvSpPr>
          <p:nvPr>
            <p:ph type="sldNum" sz="quarter" idx="12"/>
          </p:nvPr>
        </p:nvSpPr>
        <p:spPr/>
        <p:txBody>
          <a:bodyPr/>
          <a:lstStyle/>
          <a:p>
            <a:pPr defTabSz="609570">
              <a:defRPr/>
            </a:pPr>
            <a:fld id="{EE2556C5-CE8C-6547-B838-EA80C61A4AF7}" type="slidenum">
              <a:rPr lang="en-US">
                <a:solidFill>
                  <a:prstClr val="white"/>
                </a:solidFill>
                <a:latin typeface="Intel Clear"/>
              </a:rPr>
              <a:pPr defTabSz="609570">
                <a:defRPr/>
              </a:pPr>
              <a:t>9</a:t>
            </a:fld>
            <a:endParaRPr lang="en-US">
              <a:solidFill>
                <a:prstClr val="white"/>
              </a:solidFill>
              <a:latin typeface="Intel Clear"/>
            </a:endParaRPr>
          </a:p>
        </p:txBody>
      </p:sp>
      <p:sp>
        <p:nvSpPr>
          <p:cNvPr id="5" name="Title 2"/>
          <p:cNvSpPr>
            <a:spLocks noGrp="1"/>
          </p:cNvSpPr>
          <p:nvPr>
            <p:ph type="title"/>
          </p:nvPr>
        </p:nvSpPr>
        <p:spPr>
          <a:xfrm>
            <a:off x="607484" y="411797"/>
            <a:ext cx="10972800" cy="1158240"/>
          </a:xfrm>
        </p:spPr>
        <p:txBody>
          <a:bodyPr/>
          <a:lstStyle/>
          <a:p>
            <a:r>
              <a:rPr lang="en-US" b="1"/>
              <a:t>4Ws Problem Canvas </a:t>
            </a:r>
            <a:endParaRPr lang="en-SG" b="1"/>
          </a:p>
        </p:txBody>
      </p:sp>
      <p:sp>
        <p:nvSpPr>
          <p:cNvPr id="7" name="Rectangle 6"/>
          <p:cNvSpPr/>
          <p:nvPr/>
        </p:nvSpPr>
        <p:spPr>
          <a:xfrm>
            <a:off x="0" y="6493364"/>
            <a:ext cx="10807701" cy="215444"/>
          </a:xfrm>
          <a:prstGeom prst="rect">
            <a:avLst/>
          </a:prstGeom>
        </p:spPr>
        <p:txBody>
          <a:bodyPr wrap="square" anchor="ctr">
            <a:spAutoFit/>
          </a:bodyPr>
          <a:lstStyle/>
          <a:p>
            <a:r>
              <a:rPr lang="en-SG" sz="800">
                <a:solidFill>
                  <a:schemeClr val="bg1"/>
                </a:solidFill>
              </a:rPr>
              <a:t>Copyright © 2019 Intel Corporation. All rights reserved. Intel and the Intel logo are trademarks of Intel Corporation in the U.S. and/or other countries. *Other names and brands may be claimed as the property of others.</a:t>
            </a:r>
          </a:p>
        </p:txBody>
      </p:sp>
      <p:sp>
        <p:nvSpPr>
          <p:cNvPr id="3" name="Rectangle 2"/>
          <p:cNvSpPr/>
          <p:nvPr/>
        </p:nvSpPr>
        <p:spPr>
          <a:xfrm>
            <a:off x="361986" y="895229"/>
            <a:ext cx="11226965" cy="6169509"/>
          </a:xfrm>
          <a:prstGeom prst="rect">
            <a:avLst/>
          </a:prstGeom>
        </p:spPr>
        <p:txBody>
          <a:bodyPr wrap="square" lIns="121920" tIns="60960" rIns="121920" bIns="60960" anchor="t">
            <a:spAutoFit/>
          </a:bodyPr>
          <a:lstStyle/>
          <a:p>
            <a:pPr marL="228594">
              <a:lnSpc>
                <a:spcPct val="138000"/>
              </a:lnSpc>
              <a:spcBef>
                <a:spcPts val="800"/>
              </a:spcBef>
            </a:pPr>
            <a:r>
              <a:rPr lang="en-US" sz="2400" b="1" u="sng">
                <a:solidFill>
                  <a:schemeClr val="accent1"/>
                </a:solidFill>
              </a:rPr>
              <a:t>Who is having the problem? </a:t>
            </a:r>
          </a:p>
          <a:p>
            <a:pPr marL="228594">
              <a:lnSpc>
                <a:spcPct val="138000"/>
              </a:lnSpc>
              <a:spcBef>
                <a:spcPts val="800"/>
              </a:spcBef>
            </a:pPr>
            <a:r>
              <a:rPr lang="en-US" sz="2400"/>
              <a:t>1. Who are the stakeholders? </a:t>
            </a:r>
          </a:p>
          <a:p>
            <a:r>
              <a:rPr lang="en-SG" sz="2000"/>
              <a:t>Self-driving cars (autonomous vehicles) involve a wide network of stakeholders because they affect technology, transportation, law, insurance, urban planning, and everyday consumers. Here’s a structured breakdown of the key stakeholders:</a:t>
            </a:r>
          </a:p>
          <a:p>
            <a:r>
              <a:rPr lang="en-SG" sz="2000" b="1"/>
              <a:t>🚗 1. Automotive Manufacturers</a:t>
            </a:r>
          </a:p>
          <a:p>
            <a:r>
              <a:rPr lang="en-SG" sz="2000"/>
              <a:t>Traditional car companies developing autonomous vehicles, such as:</a:t>
            </a:r>
          </a:p>
          <a:p>
            <a:r>
              <a:rPr lang="en-SG" sz="2000"/>
              <a:t>Tesla</a:t>
            </a:r>
          </a:p>
          <a:p>
            <a:r>
              <a:rPr lang="en-SG" sz="2000"/>
              <a:t>Toyota</a:t>
            </a:r>
          </a:p>
          <a:p>
            <a:r>
              <a:rPr lang="en-SG" sz="2000"/>
              <a:t>Ford Motor Company</a:t>
            </a:r>
          </a:p>
          <a:p>
            <a:r>
              <a:rPr lang="en-SG" sz="2000"/>
              <a:t>General Motors</a:t>
            </a:r>
          </a:p>
          <a:p>
            <a:r>
              <a:rPr lang="en-SG" sz="2000" b="1"/>
              <a:t>Interest:</a:t>
            </a:r>
            <a:r>
              <a:rPr lang="en-SG" sz="2000"/>
              <a:t> Innovation leadership, market share, safety reputation, regulatory compliance, profitability.</a:t>
            </a:r>
          </a:p>
          <a:p>
            <a:r>
              <a:rPr lang="en-SG" sz="2000" b="1"/>
              <a:t>💻 2. Technology Companies</a:t>
            </a:r>
          </a:p>
          <a:p>
            <a:r>
              <a:rPr lang="en-SG" sz="2000"/>
              <a:t>Firms developing AI, sensors, mapping, and software systems:</a:t>
            </a:r>
          </a:p>
          <a:p>
            <a:r>
              <a:rPr lang="en-SG" sz="2000"/>
              <a:t>Waymo</a:t>
            </a:r>
          </a:p>
          <a:p>
            <a:r>
              <a:rPr lang="en-SG" sz="2000"/>
              <a:t>Apple</a:t>
            </a:r>
          </a:p>
          <a:p>
            <a:r>
              <a:rPr lang="en-SG" sz="2000"/>
              <a:t>NVIDIA</a:t>
            </a:r>
          </a:p>
          <a:p>
            <a:r>
              <a:rPr lang="en-SG" sz="2000"/>
              <a:t>Intel</a:t>
            </a:r>
          </a:p>
        </p:txBody>
      </p:sp>
    </p:spTree>
    <p:extLst>
      <p:ext uri="{BB962C8B-B14F-4D97-AF65-F5344CB8AC3E}">
        <p14:creationId xmlns:p14="http://schemas.microsoft.com/office/powerpoint/2010/main" val="15157768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7603-AB36-3EA4-123A-7781E9574F73}"/>
              </a:ext>
            </a:extLst>
          </p:cNvPr>
          <p:cNvSpPr>
            <a:spLocks noGrp="1"/>
          </p:cNvSpPr>
          <p:nvPr>
            <p:ph type="title"/>
          </p:nvPr>
        </p:nvSpPr>
        <p:spPr/>
        <p:txBody>
          <a:bodyPr>
            <a:noAutofit/>
          </a:bodyPr>
          <a:lstStyle/>
          <a:p>
            <a:r>
              <a:rPr lang="en-SG" sz="2000" b="1"/>
              <a:t>I</a:t>
            </a:r>
            <a:br>
              <a:rPr lang="en-SG" sz="2000" b="1"/>
            </a:br>
            <a:br>
              <a:rPr lang="en-SG" sz="2000" b="1"/>
            </a:br>
            <a:br>
              <a:rPr lang="en-SG" sz="2000" b="1"/>
            </a:br>
            <a:br>
              <a:rPr lang="en-SG" sz="2000" b="1"/>
            </a:br>
            <a:br>
              <a:rPr lang="en-SG" sz="2000" b="1"/>
            </a:br>
            <a:br>
              <a:rPr lang="en-SG" sz="2000" b="1"/>
            </a:br>
            <a:br>
              <a:rPr lang="en-SG" sz="2000" b="1"/>
            </a:br>
            <a:br>
              <a:rPr lang="en-SG" sz="2000" b="1"/>
            </a:br>
            <a:br>
              <a:rPr lang="en-SG" sz="2000" b="1"/>
            </a:br>
            <a:br>
              <a:rPr lang="en-SG" sz="2000" b="1"/>
            </a:br>
            <a:br>
              <a:rPr lang="en-SG" sz="2000" b="1"/>
            </a:br>
            <a:br>
              <a:rPr lang="en-SG" sz="2000" b="1"/>
            </a:br>
            <a:br>
              <a:rPr lang="en-SG" sz="2000" b="1"/>
            </a:br>
            <a:br>
              <a:rPr lang="en-SG" sz="2000" b="1"/>
            </a:br>
            <a:br>
              <a:rPr lang="en-SG" sz="2000" b="1"/>
            </a:br>
            <a:br>
              <a:rPr lang="en-SG" sz="2000" b="1"/>
            </a:br>
            <a:br>
              <a:rPr lang="en-SG" sz="2000" b="1"/>
            </a:br>
            <a:br>
              <a:rPr lang="en-SG" sz="2000" b="1"/>
            </a:br>
            <a:br>
              <a:rPr lang="en-SG" sz="2000" b="1"/>
            </a:br>
            <a:r>
              <a:rPr lang="en-SG" sz="2000" b="1"/>
              <a:t>Who are the stakeholders part 2</a:t>
            </a:r>
            <a:br>
              <a:rPr lang="en-SG" sz="2000" b="1"/>
            </a:br>
            <a:r>
              <a:rPr lang="en-SG" sz="2000" b="1"/>
              <a:t>Interest:</a:t>
            </a:r>
            <a:r>
              <a:rPr lang="en-SG" sz="2000"/>
              <a:t> innovation, data collection, hardware/software sales, platform dominance.</a:t>
            </a:r>
            <a:br>
              <a:rPr lang="en-SG" sz="2000"/>
            </a:br>
            <a:r>
              <a:rPr lang="en-SG" sz="2000" b="1"/>
              <a:t>🏛 3. Governments &amp; Regulators</a:t>
            </a:r>
            <a:br>
              <a:rPr lang="en-SG" sz="2000" b="1"/>
            </a:br>
            <a:r>
              <a:rPr lang="en-SG" sz="2000"/>
              <a:t>National and local agencies responsible for safety, infrastructure, and public policy:</a:t>
            </a:r>
            <a:br>
              <a:rPr lang="en-SG" sz="2000"/>
            </a:br>
            <a:r>
              <a:rPr lang="en-SG" sz="2000"/>
              <a:t>National Highway Traffic Safety Administration</a:t>
            </a:r>
            <a:br>
              <a:rPr lang="en-SG" sz="2000"/>
            </a:br>
            <a:r>
              <a:rPr lang="en-SG" sz="2000"/>
              <a:t>European Commission</a:t>
            </a:r>
            <a:br>
              <a:rPr lang="en-SG" sz="2000"/>
            </a:br>
            <a:r>
              <a:rPr lang="en-SG" sz="2000" b="1"/>
              <a:t>Interest:</a:t>
            </a:r>
            <a:r>
              <a:rPr lang="en-SG" sz="2000"/>
              <a:t> Public safety, traffic regulation, legal frameworks, infrastructure planning, economic competitiveness.</a:t>
            </a:r>
            <a:br>
              <a:rPr lang="en-SG" sz="2000"/>
            </a:br>
            <a:r>
              <a:rPr lang="en-SG" sz="2000" b="1"/>
              <a:t>👥 4. Consumers (Drivers &amp; Passengers)</a:t>
            </a:r>
            <a:br>
              <a:rPr lang="en-SG" sz="2000" b="1"/>
            </a:br>
            <a:r>
              <a:rPr lang="en-SG" sz="2000"/>
              <a:t>Individuals who purchase or use autonomous vehicles.</a:t>
            </a:r>
            <a:br>
              <a:rPr lang="en-SG" sz="2000"/>
            </a:br>
            <a:r>
              <a:rPr lang="en-SG" sz="2000" b="1"/>
              <a:t>Interest:</a:t>
            </a:r>
            <a:r>
              <a:rPr lang="en-SG" sz="2000"/>
              <a:t> Safety, convenience, affordability, privacy, reliability.</a:t>
            </a:r>
            <a:br>
              <a:rPr lang="en-SG" sz="2000"/>
            </a:br>
            <a:r>
              <a:rPr lang="en-SG" sz="2000" b="1"/>
              <a:t>🚚 5. Transportation &amp; Logistics Companies</a:t>
            </a:r>
            <a:br>
              <a:rPr lang="en-SG" sz="2000" b="1"/>
            </a:br>
            <a:r>
              <a:rPr lang="en-SG" sz="2000"/>
              <a:t>Ride-sharing, delivery, and freight companies:</a:t>
            </a:r>
            <a:br>
              <a:rPr lang="en-SG" sz="2000"/>
            </a:br>
            <a:r>
              <a:rPr lang="en-SG" sz="2000"/>
              <a:t>Uber</a:t>
            </a:r>
            <a:br>
              <a:rPr lang="en-SG" sz="2000"/>
            </a:br>
            <a:r>
              <a:rPr lang="en-SG" sz="2000"/>
              <a:t>Lyft</a:t>
            </a:r>
            <a:br>
              <a:rPr lang="en-SG" sz="2000"/>
            </a:br>
            <a:r>
              <a:rPr lang="en-SG" sz="2000"/>
              <a:t>FedEx</a:t>
            </a:r>
            <a:br>
              <a:rPr lang="en-SG" sz="2000"/>
            </a:br>
            <a:r>
              <a:rPr lang="en-SG" sz="2000" b="1"/>
              <a:t>Interest:</a:t>
            </a:r>
            <a:r>
              <a:rPr lang="en-SG" sz="2000"/>
              <a:t> Reduced </a:t>
            </a:r>
            <a:r>
              <a:rPr lang="en-SG" sz="2000" err="1"/>
              <a:t>labor</a:t>
            </a:r>
            <a:r>
              <a:rPr lang="en-SG" sz="2000"/>
              <a:t> costs, efficiency, fleet automation, competitive advantage.</a:t>
            </a:r>
            <a:br>
              <a:rPr lang="en-SG" sz="2000"/>
            </a:br>
            <a:r>
              <a:rPr lang="en-SG" sz="2000" b="1"/>
              <a:t>🛡 6. Insurance Companies</a:t>
            </a:r>
            <a:br>
              <a:rPr lang="en-SG" sz="2000" b="1"/>
            </a:br>
            <a:r>
              <a:rPr lang="en-SG" sz="2000"/>
              <a:t>Auto insurers who must redefine liability models.</a:t>
            </a:r>
            <a:br>
              <a:rPr lang="en-SG" sz="2000"/>
            </a:br>
            <a:r>
              <a:rPr lang="en-SG" sz="2000" b="1"/>
              <a:t>Interest:</a:t>
            </a:r>
            <a:r>
              <a:rPr lang="en-SG" sz="2000"/>
              <a:t> Risk assessment, accident liability (driver vs. manufacturer), new insurance products.</a:t>
            </a:r>
            <a:br>
              <a:rPr lang="en-SG" sz="2000"/>
            </a:br>
            <a:r>
              <a:rPr lang="en-SG" sz="2000" b="1"/>
              <a:t>👷 7. Professional Drivers</a:t>
            </a:r>
            <a:br>
              <a:rPr lang="en-SG" sz="2000" b="1"/>
            </a:br>
            <a:r>
              <a:rPr lang="en-SG" sz="2000"/>
              <a:t>Taxi drivers, truck drivers, delivery drivers, bus drivers.</a:t>
            </a:r>
            <a:br>
              <a:rPr lang="en-SG" sz="2000"/>
            </a:br>
            <a:r>
              <a:rPr lang="en-SG" sz="2000" b="1"/>
              <a:t>Interest:</a:t>
            </a:r>
            <a:r>
              <a:rPr lang="en-SG" sz="2000"/>
              <a:t> Job security, retraining opportunities, wage impact.</a:t>
            </a:r>
            <a:br>
              <a:rPr lang="en-SG" sz="2000"/>
            </a:br>
            <a:r>
              <a:rPr lang="en-SG" sz="2000" b="1"/>
              <a:t>🏙 8. Urban Planners &amp; Local Communities</a:t>
            </a:r>
            <a:br>
              <a:rPr lang="en-SG" sz="2000" b="1"/>
            </a:br>
            <a:r>
              <a:rPr lang="en-SG" sz="2000"/>
              <a:t>City governments, infrastructure planners, and residents.</a:t>
            </a:r>
            <a:br>
              <a:rPr lang="en-SG" sz="2000"/>
            </a:br>
            <a:endParaRPr lang="en-SG" sz="2000"/>
          </a:p>
        </p:txBody>
      </p:sp>
    </p:spTree>
    <p:extLst>
      <p:ext uri="{BB962C8B-B14F-4D97-AF65-F5344CB8AC3E}">
        <p14:creationId xmlns:p14="http://schemas.microsoft.com/office/powerpoint/2010/main" val="2195094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0CBE8-0F3C-1BE8-FE4F-FEFC5BC73421}"/>
              </a:ext>
            </a:extLst>
          </p:cNvPr>
          <p:cNvSpPr>
            <a:spLocks noGrp="1"/>
          </p:cNvSpPr>
          <p:nvPr>
            <p:ph type="title"/>
          </p:nvPr>
        </p:nvSpPr>
        <p:spPr/>
        <p:txBody>
          <a:bodyPr>
            <a:noAutofit/>
          </a:bodyPr>
          <a:lstStyle/>
          <a:p>
            <a:br>
              <a:rPr lang="en-SG" sz="2000"/>
            </a:br>
            <a:br>
              <a:rPr lang="en-SG" sz="2000"/>
            </a:br>
            <a:br>
              <a:rPr lang="en-SG" sz="2000"/>
            </a:br>
            <a:br>
              <a:rPr lang="en-SG" sz="2000"/>
            </a:br>
            <a:br>
              <a:rPr lang="en-SG" sz="2000"/>
            </a:br>
            <a:br>
              <a:rPr lang="en-SG" sz="2000"/>
            </a:br>
            <a:r>
              <a:rPr lang="en-SG" sz="2000"/>
              <a:t>Who are the stakeholders part 3 </a:t>
            </a:r>
            <a:br>
              <a:rPr lang="en-SG" sz="2000"/>
            </a:br>
            <a:r>
              <a:rPr lang="en-SG" sz="2000"/>
              <a:t>i</a:t>
            </a:r>
            <a:r>
              <a:rPr lang="en-SG" sz="2000" b="1"/>
              <a:t>nterest:</a:t>
            </a:r>
            <a:r>
              <a:rPr lang="en-SG" sz="2000"/>
              <a:t> Traffic flow, reduced congestion, parking needs, environmental impact, road design changes.</a:t>
            </a:r>
            <a:br>
              <a:rPr lang="en-SG" sz="2000"/>
            </a:br>
            <a:r>
              <a:rPr lang="en-SG" sz="2000" b="1"/>
              <a:t>⚖ 9. Legal System &amp; Law Enforcement</a:t>
            </a:r>
            <a:br>
              <a:rPr lang="en-SG" sz="2000" b="1"/>
            </a:br>
            <a:r>
              <a:rPr lang="en-SG" sz="2000"/>
              <a:t>Courts, lawyers, and police departments.</a:t>
            </a:r>
            <a:br>
              <a:rPr lang="en-SG" sz="2000"/>
            </a:br>
            <a:r>
              <a:rPr lang="en-SG" sz="2000" b="1"/>
              <a:t>Interest:</a:t>
            </a:r>
            <a:r>
              <a:rPr lang="en-SG" sz="2000"/>
              <a:t> Determining liability in accidents, updating traffic laws, enforcement procedures.</a:t>
            </a:r>
            <a:br>
              <a:rPr lang="en-SG" sz="2000"/>
            </a:br>
            <a:r>
              <a:rPr lang="en-SG" sz="2000" b="1"/>
              <a:t>🌍 10. Society at Large</a:t>
            </a:r>
            <a:br>
              <a:rPr lang="en-SG" sz="2000" b="1"/>
            </a:br>
            <a:r>
              <a:rPr lang="en-SG" sz="2000"/>
              <a:t>Pedestrians, cyclists, and the broader public.</a:t>
            </a:r>
            <a:br>
              <a:rPr lang="en-SG" sz="2000"/>
            </a:br>
            <a:r>
              <a:rPr lang="en-SG" sz="2000" b="1"/>
              <a:t>Interest:</a:t>
            </a:r>
            <a:r>
              <a:rPr lang="en-SG" sz="2000"/>
              <a:t> Safety, ethical AI decisions, environmental impact, data privacy.</a:t>
            </a:r>
            <a:br>
              <a:rPr lang="en-SG" sz="2000"/>
            </a:br>
            <a:r>
              <a:rPr lang="en-SG" sz="2000" b="1"/>
              <a:t>Summary</a:t>
            </a:r>
            <a:br>
              <a:rPr lang="en-SG" sz="2000" b="1"/>
            </a:br>
            <a:r>
              <a:rPr lang="en-SG" sz="2000"/>
              <a:t>Self-driving cars are not just a technological innovation — they represent a systemic shift affecting economic, legal, social, and ethical systems. Stakeholders range from global corporations to everyday pedestrians.</a:t>
            </a:r>
            <a:br>
              <a:rPr lang="en-SG" sz="2000"/>
            </a:br>
            <a:endParaRPr lang="en-SG" sz="2000"/>
          </a:p>
        </p:txBody>
      </p:sp>
    </p:spTree>
    <p:extLst>
      <p:ext uri="{BB962C8B-B14F-4D97-AF65-F5344CB8AC3E}">
        <p14:creationId xmlns:p14="http://schemas.microsoft.com/office/powerpoint/2010/main" val="2101486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B7766-DDA5-A8BC-A0E6-E900E9325B43}"/>
              </a:ext>
            </a:extLst>
          </p:cNvPr>
          <p:cNvSpPr>
            <a:spLocks noGrp="1"/>
          </p:cNvSpPr>
          <p:nvPr>
            <p:ph type="title"/>
          </p:nvPr>
        </p:nvSpPr>
        <p:spPr/>
        <p:txBody>
          <a:bodyPr>
            <a:normAutofit fontScale="90000"/>
          </a:bodyPr>
          <a:lstStyle/>
          <a:p>
            <a:pPr marL="330192">
              <a:lnSpc>
                <a:spcPct val="138000"/>
              </a:lnSpc>
              <a:spcBef>
                <a:spcPts val="800"/>
              </a:spcBef>
            </a:pPr>
            <a:r>
              <a:rPr lang="en-US" sz="4800"/>
              <a:t>2. What do you know about them?</a:t>
            </a:r>
            <a:br>
              <a:rPr lang="en-US" sz="3200"/>
            </a:br>
            <a:endParaRPr lang="en-SG"/>
          </a:p>
        </p:txBody>
      </p:sp>
    </p:spTree>
    <p:extLst>
      <p:ext uri="{BB962C8B-B14F-4D97-AF65-F5344CB8AC3E}">
        <p14:creationId xmlns:p14="http://schemas.microsoft.com/office/powerpoint/2010/main" val="882511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4BF7E-DB61-FF94-7A18-98359624F6A7}"/>
              </a:ext>
            </a:extLst>
          </p:cNvPr>
          <p:cNvSpPr>
            <a:spLocks noGrp="1"/>
          </p:cNvSpPr>
          <p:nvPr>
            <p:ph type="title"/>
          </p:nvPr>
        </p:nvSpPr>
        <p:spPr/>
        <p:txBody>
          <a:bodyPr>
            <a:noAutofit/>
          </a:bodyPr>
          <a:lstStyle/>
          <a:p>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r>
              <a:rPr lang="en-SG" sz="2000"/>
              <a:t>What do you know about them part 1</a:t>
            </a:r>
            <a:br>
              <a:rPr lang="en-SG" sz="2000"/>
            </a:br>
            <a:r>
              <a:rPr lang="en-SG" sz="2000"/>
              <a:t>Here’s a deeper look at the </a:t>
            </a:r>
            <a:r>
              <a:rPr lang="en-SG" sz="2000" b="1"/>
              <a:t>stakeholders of self-driving cars</a:t>
            </a:r>
            <a:r>
              <a:rPr lang="en-SG" sz="2000"/>
              <a:t>—what they care about, what they gain or risk, and how they influence the industry.</a:t>
            </a:r>
            <a:br>
              <a:rPr lang="en-SG" sz="2000"/>
            </a:br>
            <a:r>
              <a:rPr lang="en-SG" sz="2000" b="1"/>
              <a:t>🚗 1. Automotive Manufacturers</a:t>
            </a:r>
            <a:br>
              <a:rPr lang="en-SG" sz="2000" b="1"/>
            </a:br>
            <a:r>
              <a:rPr lang="en-SG" sz="2000"/>
              <a:t>Examples: Tesla, Toyota, General Motors</a:t>
            </a:r>
            <a:br>
              <a:rPr lang="en-SG" sz="2000"/>
            </a:br>
            <a:r>
              <a:rPr lang="en-SG" sz="2000" b="1"/>
              <a:t>What they want:</a:t>
            </a:r>
            <a:br>
              <a:rPr lang="en-SG" sz="2000"/>
            </a:br>
            <a:r>
              <a:rPr lang="en-SG" sz="2000"/>
              <a:t>Competitive advantage in next-generation vehicles</a:t>
            </a:r>
            <a:br>
              <a:rPr lang="en-SG" sz="2000"/>
            </a:br>
            <a:r>
              <a:rPr lang="en-SG" sz="2000"/>
              <a:t>New revenue streams (software subscriptions, data services)</a:t>
            </a:r>
            <a:br>
              <a:rPr lang="en-SG" sz="2000"/>
            </a:br>
            <a:r>
              <a:rPr lang="en-SG" sz="2000"/>
              <a:t>Brand leadership in safety and innovation</a:t>
            </a:r>
            <a:br>
              <a:rPr lang="en-SG" sz="2000"/>
            </a:br>
            <a:r>
              <a:rPr lang="en-SG" sz="2000" b="1"/>
              <a:t>What’s at stake:</a:t>
            </a:r>
            <a:br>
              <a:rPr lang="en-SG" sz="2000"/>
            </a:br>
            <a:r>
              <a:rPr lang="en-SG" sz="2000"/>
              <a:t>High R&amp;D costs</a:t>
            </a:r>
            <a:br>
              <a:rPr lang="en-SG" sz="2000"/>
            </a:br>
            <a:r>
              <a:rPr lang="en-SG" sz="2000"/>
              <a:t>Product liability risks</a:t>
            </a:r>
            <a:br>
              <a:rPr lang="en-SG" sz="2000"/>
            </a:br>
            <a:r>
              <a:rPr lang="en-SG" sz="2000"/>
              <a:t>Regulatory compliance</a:t>
            </a:r>
            <a:br>
              <a:rPr lang="en-SG" sz="2000"/>
            </a:br>
            <a:r>
              <a:rPr lang="en-SG" sz="2000"/>
              <a:t>They are transitioning from traditional car manufacturing to </a:t>
            </a:r>
            <a:r>
              <a:rPr lang="en-SG" sz="2000" b="1"/>
              <a:t>software-driven mobility platforms</a:t>
            </a:r>
            <a:r>
              <a:rPr lang="en-SG" sz="2000"/>
              <a:t>.</a:t>
            </a:r>
            <a:br>
              <a:rPr lang="en-SG" sz="2000"/>
            </a:br>
            <a:r>
              <a:rPr lang="en-SG" sz="2000" b="1"/>
              <a:t>💻 2. Technology Companies</a:t>
            </a:r>
            <a:br>
              <a:rPr lang="en-SG" sz="2000" b="1"/>
            </a:br>
            <a:r>
              <a:rPr lang="en-SG" sz="2000"/>
              <a:t>Examples: Waymo, Apple, NVIDIA</a:t>
            </a:r>
            <a:br>
              <a:rPr lang="en-SG" sz="2000"/>
            </a:br>
            <a:r>
              <a:rPr lang="en-SG" sz="2000" b="1"/>
              <a:t>What they want:</a:t>
            </a:r>
            <a:br>
              <a:rPr lang="en-SG" sz="2000"/>
            </a:br>
            <a:r>
              <a:rPr lang="en-SG" sz="2000"/>
              <a:t>AI dominance and data collection</a:t>
            </a:r>
            <a:br>
              <a:rPr lang="en-SG" sz="2000"/>
            </a:br>
            <a:r>
              <a:rPr lang="en-SG" sz="2000"/>
              <a:t>Platform ecosystems (maps, cloud, chips)</a:t>
            </a:r>
            <a:br>
              <a:rPr lang="en-SG" sz="2000"/>
            </a:br>
            <a:r>
              <a:rPr lang="en-SG" sz="2000"/>
              <a:t>Expansion into mobility services</a:t>
            </a:r>
            <a:br>
              <a:rPr lang="en-SG" sz="2000"/>
            </a:br>
            <a:r>
              <a:rPr lang="en-SG" sz="2000" b="1"/>
              <a:t>What’s at stake:</a:t>
            </a:r>
            <a:br>
              <a:rPr lang="en-SG" sz="2000"/>
            </a:br>
            <a:r>
              <a:rPr lang="en-SG" sz="2000"/>
              <a:t>Data privacy concerns</a:t>
            </a:r>
            <a:br>
              <a:rPr lang="en-SG" sz="2000"/>
            </a:br>
            <a:r>
              <a:rPr lang="en-SG" sz="2000"/>
              <a:t>Safety reputation</a:t>
            </a:r>
            <a:br>
              <a:rPr lang="en-SG" sz="2000"/>
            </a:br>
            <a:r>
              <a:rPr lang="en-SG" sz="2000"/>
              <a:t>Massive capital investment returns</a:t>
            </a:r>
            <a:br>
              <a:rPr lang="en-SG" sz="2000"/>
            </a:br>
            <a:r>
              <a:rPr lang="en-SG" sz="2000"/>
              <a:t>They often supply the </a:t>
            </a:r>
            <a:r>
              <a:rPr lang="en-SG" sz="2000" b="1"/>
              <a:t>brains (AI software)</a:t>
            </a:r>
            <a:r>
              <a:rPr lang="en-SG" sz="2000"/>
              <a:t> and hardware powering autonomous systems.</a:t>
            </a:r>
            <a:br>
              <a:rPr lang="en-SG" sz="2000"/>
            </a:br>
            <a:br>
              <a:rPr lang="en-SG" sz="2000" b="1"/>
            </a:br>
            <a:endParaRPr lang="en-SG" sz="2000"/>
          </a:p>
        </p:txBody>
      </p:sp>
    </p:spTree>
    <p:extLst>
      <p:ext uri="{BB962C8B-B14F-4D97-AF65-F5344CB8AC3E}">
        <p14:creationId xmlns:p14="http://schemas.microsoft.com/office/powerpoint/2010/main" val="1268249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9D120-50C8-B237-52A9-5E31D4342E12}"/>
              </a:ext>
            </a:extLst>
          </p:cNvPr>
          <p:cNvSpPr>
            <a:spLocks noGrp="1"/>
          </p:cNvSpPr>
          <p:nvPr>
            <p:ph type="title"/>
          </p:nvPr>
        </p:nvSpPr>
        <p:spPr/>
        <p:txBody>
          <a:bodyPr>
            <a:noAutofit/>
          </a:bodyPr>
          <a:lstStyle/>
          <a:p>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r>
              <a:rPr lang="en-SG" sz="2000"/>
              <a:t>What do you know about them part 2</a:t>
            </a:r>
            <a:br>
              <a:rPr lang="en-SG" sz="2000"/>
            </a:br>
            <a:r>
              <a:rPr lang="en-SG" sz="2000" b="1"/>
              <a:t>🏛 3. Governments &amp; Regulators</a:t>
            </a:r>
            <a:br>
              <a:rPr lang="en-SG" sz="2000"/>
            </a:br>
            <a:r>
              <a:rPr lang="en-SG" sz="2000"/>
              <a:t>Example: National Highway Traffic Safety Administration</a:t>
            </a:r>
            <a:br>
              <a:rPr lang="en-SG" sz="2000"/>
            </a:br>
            <a:r>
              <a:rPr lang="en-SG" sz="2000" b="1"/>
              <a:t>What they want:</a:t>
            </a:r>
            <a:br>
              <a:rPr lang="en-SG" sz="2000"/>
            </a:br>
            <a:r>
              <a:rPr lang="en-SG" sz="2000"/>
              <a:t>Public safety</a:t>
            </a:r>
            <a:br>
              <a:rPr lang="en-SG" sz="2000"/>
            </a:br>
            <a:r>
              <a:rPr lang="en-SG" sz="2000"/>
              <a:t>Economic competitiveness</a:t>
            </a:r>
            <a:br>
              <a:rPr lang="en-SG" sz="2000"/>
            </a:br>
            <a:r>
              <a:rPr lang="en-SG" sz="2000"/>
              <a:t>Clear liability frameworks</a:t>
            </a:r>
            <a:br>
              <a:rPr lang="en-SG" sz="2000"/>
            </a:br>
            <a:r>
              <a:rPr lang="en-SG" sz="2000" b="1"/>
              <a:t>What’s at stake:</a:t>
            </a:r>
            <a:br>
              <a:rPr lang="en-SG" sz="2000"/>
            </a:br>
            <a:r>
              <a:rPr lang="en-SG" sz="2000"/>
              <a:t>Balancing innovation with safety</a:t>
            </a:r>
            <a:br>
              <a:rPr lang="en-SG" sz="2000"/>
            </a:br>
            <a:r>
              <a:rPr lang="en-SG" sz="2000"/>
              <a:t>Infrastructure investment costs</a:t>
            </a:r>
            <a:br>
              <a:rPr lang="en-SG" sz="2000"/>
            </a:br>
            <a:r>
              <a:rPr lang="en-SG" sz="2000"/>
              <a:t>Public trust</a:t>
            </a:r>
            <a:br>
              <a:rPr lang="en-SG" sz="2000"/>
            </a:br>
            <a:r>
              <a:rPr lang="en-SG" sz="2000"/>
              <a:t>They control testing approvals, road laws, and safety standards.</a:t>
            </a:r>
            <a:br>
              <a:rPr lang="en-SG" sz="2000"/>
            </a:br>
            <a:r>
              <a:rPr lang="en-SG" sz="2000" b="1"/>
              <a:t>👥 4. Consumers (Drivers &amp; Passengers)</a:t>
            </a:r>
            <a:br>
              <a:rPr lang="en-SG" sz="2000" b="1"/>
            </a:br>
            <a:r>
              <a:rPr lang="en-SG" sz="2000" b="1"/>
              <a:t>What they want:</a:t>
            </a:r>
            <a:br>
              <a:rPr lang="en-SG" sz="2000"/>
            </a:br>
            <a:r>
              <a:rPr lang="en-SG" sz="2000"/>
              <a:t>Safety and reliability</a:t>
            </a:r>
            <a:br>
              <a:rPr lang="en-SG" sz="2000"/>
            </a:br>
            <a:r>
              <a:rPr lang="en-SG" sz="2000"/>
              <a:t>Convenience (less driving effort)</a:t>
            </a:r>
            <a:br>
              <a:rPr lang="en-SG" sz="2000"/>
            </a:br>
            <a:r>
              <a:rPr lang="en-SG" sz="2000"/>
              <a:t>Affordable pricing</a:t>
            </a:r>
            <a:br>
              <a:rPr lang="en-SG" sz="2000"/>
            </a:br>
            <a:r>
              <a:rPr lang="en-SG" sz="2000" b="1"/>
              <a:t>Concerns:</a:t>
            </a:r>
            <a:br>
              <a:rPr lang="en-SG" sz="2000"/>
            </a:br>
            <a:r>
              <a:rPr lang="en-SG" sz="2000"/>
              <a:t>Trust in AI</a:t>
            </a:r>
            <a:br>
              <a:rPr lang="en-SG" sz="2000"/>
            </a:br>
            <a:r>
              <a:rPr lang="en-SG" sz="2000"/>
              <a:t>Loss of control</a:t>
            </a:r>
            <a:br>
              <a:rPr lang="en-SG" sz="2000"/>
            </a:br>
            <a:r>
              <a:rPr lang="en-SG" sz="2000"/>
              <a:t>Data privacy</a:t>
            </a:r>
            <a:br>
              <a:rPr lang="en-SG" sz="2000"/>
            </a:br>
            <a:r>
              <a:rPr lang="en-SG" sz="2000"/>
              <a:t>Consumer acceptance will determine mass adoption.</a:t>
            </a:r>
            <a:br>
              <a:rPr lang="en-SG" sz="2000"/>
            </a:br>
            <a:r>
              <a:rPr lang="en-SG" sz="2000" b="1"/>
              <a:t>🚚 5. Transportation &amp; Logistics Companies</a:t>
            </a:r>
            <a:br>
              <a:rPr lang="en-SG" sz="2000" b="1"/>
            </a:br>
            <a:r>
              <a:rPr lang="en-SG" sz="2000"/>
              <a:t>Examples: Uber, FedEx</a:t>
            </a:r>
            <a:br>
              <a:rPr lang="en-SG" sz="2000"/>
            </a:br>
            <a:r>
              <a:rPr lang="en-SG" sz="2000" b="1"/>
              <a:t>What they want:</a:t>
            </a:r>
            <a:br>
              <a:rPr lang="en-SG" sz="2000"/>
            </a:br>
            <a:br>
              <a:rPr lang="en-SG" sz="2000"/>
            </a:br>
            <a:endParaRPr lang="en-SG" sz="2000"/>
          </a:p>
        </p:txBody>
      </p:sp>
    </p:spTree>
    <p:extLst>
      <p:ext uri="{BB962C8B-B14F-4D97-AF65-F5344CB8AC3E}">
        <p14:creationId xmlns:p14="http://schemas.microsoft.com/office/powerpoint/2010/main" val="1706671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29F2B-2A12-0B9A-9DFA-176666DB0E85}"/>
              </a:ext>
            </a:extLst>
          </p:cNvPr>
          <p:cNvSpPr>
            <a:spLocks noGrp="1"/>
          </p:cNvSpPr>
          <p:nvPr>
            <p:ph type="title"/>
          </p:nvPr>
        </p:nvSpPr>
        <p:spPr/>
        <p:txBody>
          <a:bodyPr>
            <a:normAutofit fontScale="90000"/>
          </a:bodyPr>
          <a:lstStyle/>
          <a:p>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br>
              <a:rPr lang="en-SG" sz="2000"/>
            </a:br>
            <a:r>
              <a:rPr lang="en-SG" sz="2000"/>
              <a:t>What do you know </a:t>
            </a:r>
            <a:r>
              <a:rPr lang="en-SG" sz="2000" err="1"/>
              <a:t>abt</a:t>
            </a:r>
            <a:r>
              <a:rPr lang="en-SG" sz="2000"/>
              <a:t> them part 3</a:t>
            </a:r>
            <a:br>
              <a:rPr lang="en-SG" sz="2000"/>
            </a:br>
            <a:r>
              <a:rPr lang="en-SG" sz="2000"/>
              <a:t>Lower </a:t>
            </a:r>
            <a:r>
              <a:rPr lang="en-SG" sz="2000" err="1"/>
              <a:t>labor</a:t>
            </a:r>
            <a:r>
              <a:rPr lang="en-SG" sz="2000"/>
              <a:t> costs</a:t>
            </a:r>
            <a:br>
              <a:rPr lang="en-SG" sz="2000"/>
            </a:br>
            <a:r>
              <a:rPr lang="en-SG" sz="2000"/>
              <a:t>24/7 operations</a:t>
            </a:r>
            <a:br>
              <a:rPr lang="en-SG" sz="2000"/>
            </a:br>
            <a:r>
              <a:rPr lang="en-SG" sz="2000"/>
              <a:t>Fleet efficiency</a:t>
            </a:r>
            <a:br>
              <a:rPr lang="en-SG" sz="2000"/>
            </a:br>
            <a:r>
              <a:rPr lang="en-SG" sz="2000" b="1"/>
              <a:t>Risks:</a:t>
            </a:r>
            <a:br>
              <a:rPr lang="en-SG" sz="2000"/>
            </a:br>
            <a:r>
              <a:rPr lang="en-SG" sz="2000"/>
              <a:t>High transition costs</a:t>
            </a:r>
            <a:br>
              <a:rPr lang="en-SG" sz="2000"/>
            </a:br>
            <a:r>
              <a:rPr lang="en-SG" sz="2000"/>
              <a:t>Public backlash if jobs are displaced</a:t>
            </a:r>
            <a:br>
              <a:rPr lang="en-SG" sz="2000"/>
            </a:br>
            <a:r>
              <a:rPr lang="en-SG" sz="2000"/>
              <a:t>They see AVs as a way to dramatically reduce operational expenses.</a:t>
            </a:r>
            <a:br>
              <a:rPr lang="en-SG" sz="2000"/>
            </a:br>
            <a:r>
              <a:rPr lang="en-SG" sz="2000" b="1"/>
              <a:t>🛡 6. Insurance Companies</a:t>
            </a:r>
            <a:br>
              <a:rPr lang="en-SG" sz="2000" b="1"/>
            </a:br>
            <a:r>
              <a:rPr lang="en-SG" sz="2000" b="1"/>
              <a:t>What they want:</a:t>
            </a:r>
            <a:br>
              <a:rPr lang="en-SG" sz="2000"/>
            </a:br>
            <a:r>
              <a:rPr lang="en-SG" sz="2000"/>
              <a:t>New risk models</a:t>
            </a:r>
            <a:br>
              <a:rPr lang="en-SG" sz="2000"/>
            </a:br>
            <a:r>
              <a:rPr lang="en-SG" sz="2000"/>
              <a:t>Clear determination of fault</a:t>
            </a:r>
            <a:br>
              <a:rPr lang="en-SG" sz="2000"/>
            </a:br>
            <a:r>
              <a:rPr lang="en-SG" sz="2000" b="1"/>
              <a:t>Shift happening:</a:t>
            </a:r>
            <a:br>
              <a:rPr lang="en-SG" sz="2000"/>
            </a:br>
            <a:r>
              <a:rPr lang="en-SG" sz="2000"/>
              <a:t>Insurance may move from </a:t>
            </a:r>
            <a:r>
              <a:rPr lang="en-SG" sz="2000" b="1"/>
              <a:t>driver-based liability</a:t>
            </a:r>
            <a:r>
              <a:rPr lang="en-SG" sz="2000"/>
              <a:t> to </a:t>
            </a:r>
            <a:r>
              <a:rPr lang="en-SG" sz="2000" b="1"/>
              <a:t>product liability (manufacturer/software-based)</a:t>
            </a:r>
            <a:r>
              <a:rPr lang="en-SG" sz="2000"/>
              <a:t>.</a:t>
            </a:r>
            <a:br>
              <a:rPr lang="en-SG" sz="2000"/>
            </a:br>
            <a:r>
              <a:rPr lang="en-SG" sz="2000" b="1"/>
              <a:t>👷 7. Professional Drivers</a:t>
            </a:r>
            <a:br>
              <a:rPr lang="en-SG" sz="2000" b="1"/>
            </a:br>
            <a:r>
              <a:rPr lang="en-SG" sz="2000"/>
              <a:t>Includes taxi, truck, delivery, and bus drivers.</a:t>
            </a:r>
            <a:br>
              <a:rPr lang="en-SG" sz="2000"/>
            </a:br>
            <a:r>
              <a:rPr lang="en-SG" sz="2000" b="1"/>
              <a:t>What they want:</a:t>
            </a:r>
            <a:br>
              <a:rPr lang="en-SG" sz="2000"/>
            </a:br>
            <a:r>
              <a:rPr lang="en-SG" sz="2000"/>
              <a:t>Job security</a:t>
            </a:r>
            <a:br>
              <a:rPr lang="en-SG" sz="2000"/>
            </a:br>
            <a:r>
              <a:rPr lang="en-SG" sz="2000"/>
              <a:t>Retraining opportunities</a:t>
            </a:r>
            <a:br>
              <a:rPr lang="en-SG" sz="2000"/>
            </a:br>
            <a:r>
              <a:rPr lang="en-SG" sz="2000" b="1"/>
              <a:t>Risk:</a:t>
            </a:r>
            <a:br>
              <a:rPr lang="en-SG" sz="2000"/>
            </a:br>
            <a:r>
              <a:rPr lang="en-SG" sz="2000"/>
              <a:t>Job displacement in the long term</a:t>
            </a:r>
            <a:br>
              <a:rPr lang="en-SG" sz="2000"/>
            </a:br>
            <a:r>
              <a:rPr lang="en-SG" sz="2000"/>
              <a:t>They are one of the most socially sensitive stakeholder groups.</a:t>
            </a:r>
            <a:br>
              <a:rPr lang="en-SG" sz="2000"/>
            </a:br>
            <a:r>
              <a:rPr lang="en-SG" sz="2000" b="1"/>
              <a:t>🏙 8. Urban Planners &amp; Local Communities</a:t>
            </a:r>
            <a:br>
              <a:rPr lang="en-SG" sz="2000" b="1"/>
            </a:br>
            <a:r>
              <a:rPr lang="en-SG" sz="2000" b="1"/>
              <a:t>What they want:</a:t>
            </a:r>
            <a:br>
              <a:rPr lang="en-SG" sz="2000" b="1"/>
            </a:br>
            <a:r>
              <a:rPr lang="en-SG" sz="2000"/>
              <a:t>Reduced congestion</a:t>
            </a:r>
            <a:br>
              <a:rPr lang="en-SG" sz="2000"/>
            </a:br>
            <a:r>
              <a:rPr lang="en-SG" sz="2000"/>
              <a:t>Improved safety</a:t>
            </a:r>
            <a:br>
              <a:rPr lang="en-SG" sz="2000"/>
            </a:br>
            <a:r>
              <a:rPr lang="en-SG" sz="2000"/>
              <a:t>Environmental benefits</a:t>
            </a:r>
            <a:br>
              <a:rPr lang="en-SG" sz="2000"/>
            </a:br>
            <a:br>
              <a:rPr lang="en-SG" sz="2000"/>
            </a:br>
            <a:endParaRPr lang="en-SG" sz="2000"/>
          </a:p>
        </p:txBody>
      </p:sp>
    </p:spTree>
    <p:extLst>
      <p:ext uri="{BB962C8B-B14F-4D97-AF65-F5344CB8AC3E}">
        <p14:creationId xmlns:p14="http://schemas.microsoft.com/office/powerpoint/2010/main" val="5451849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14B7C8F-F605-4B35-6592-DC0F4F9DACD6}"/>
              </a:ext>
            </a:extLst>
          </p:cNvPr>
          <p:cNvSpPr txBox="1"/>
          <p:nvPr/>
        </p:nvSpPr>
        <p:spPr>
          <a:xfrm>
            <a:off x="-60960" y="0"/>
            <a:ext cx="6096000" cy="7171194"/>
          </a:xfrm>
          <a:prstGeom prst="rect">
            <a:avLst/>
          </a:prstGeom>
          <a:noFill/>
        </p:spPr>
        <p:txBody>
          <a:bodyPr wrap="square">
            <a:spAutoFit/>
          </a:bodyPr>
          <a:lstStyle/>
          <a:p>
            <a:r>
              <a:rPr lang="en-SG" sz="2000"/>
              <a:t>What do you want to know </a:t>
            </a:r>
            <a:r>
              <a:rPr lang="en-SG" sz="2000" err="1"/>
              <a:t>abt</a:t>
            </a:r>
            <a:r>
              <a:rPr lang="en-SG" sz="2000"/>
              <a:t> them part 4</a:t>
            </a:r>
            <a:br>
              <a:rPr lang="en-SG" sz="2000"/>
            </a:br>
            <a:r>
              <a:rPr lang="en-SG" sz="2000" b="1"/>
              <a:t>Potential impact:</a:t>
            </a:r>
            <a:br>
              <a:rPr lang="en-SG" sz="2000"/>
            </a:br>
            <a:r>
              <a:rPr lang="en-SG" sz="2000"/>
              <a:t>Less need for parking</a:t>
            </a:r>
            <a:br>
              <a:rPr lang="en-SG" sz="2000"/>
            </a:br>
            <a:r>
              <a:rPr lang="en-SG" sz="2000"/>
              <a:t>Redesign of city infrastructure</a:t>
            </a:r>
            <a:br>
              <a:rPr lang="en-SG" sz="2000"/>
            </a:br>
            <a:r>
              <a:rPr lang="en-SG" sz="2000"/>
              <a:t>Possible increase in traffic if robotaxis are overused</a:t>
            </a:r>
            <a:br>
              <a:rPr lang="en-SG" sz="2000"/>
            </a:br>
            <a:r>
              <a:rPr lang="en-SG" sz="2000" b="1"/>
              <a:t>⚖ 9. Legal &amp; Judicial System</a:t>
            </a:r>
            <a:br>
              <a:rPr lang="en-SG" sz="2000" b="1"/>
            </a:br>
            <a:r>
              <a:rPr lang="en-SG" sz="2000" b="1"/>
              <a:t>What they want:</a:t>
            </a:r>
            <a:br>
              <a:rPr lang="en-SG" sz="2000"/>
            </a:br>
            <a:r>
              <a:rPr lang="en-SG" sz="2000"/>
              <a:t>Clear liability standards</a:t>
            </a:r>
            <a:br>
              <a:rPr lang="en-SG" sz="2000"/>
            </a:br>
            <a:r>
              <a:rPr lang="en-SG" sz="2000"/>
              <a:t>Precedent for accident responsibility</a:t>
            </a:r>
            <a:br>
              <a:rPr lang="en-SG" sz="2000"/>
            </a:br>
            <a:r>
              <a:rPr lang="en-SG" sz="2000"/>
              <a:t>They must adapt existing traffic and product laws to AI systems.</a:t>
            </a:r>
            <a:br>
              <a:rPr lang="en-SG" sz="2000"/>
            </a:br>
            <a:r>
              <a:rPr lang="en-SG" sz="2000" b="1"/>
              <a:t>🌍 10. Society at Large (Pedestrians, Cyclists, Public)</a:t>
            </a:r>
            <a:br>
              <a:rPr lang="en-SG" sz="2000" b="1"/>
            </a:br>
            <a:r>
              <a:rPr lang="en-SG" sz="2000" b="1"/>
              <a:t>What they want:</a:t>
            </a:r>
            <a:br>
              <a:rPr lang="en-SG" sz="2000"/>
            </a:br>
            <a:r>
              <a:rPr lang="en-SG" sz="2000"/>
              <a:t>Safer streets</a:t>
            </a:r>
            <a:br>
              <a:rPr lang="en-SG" sz="2000"/>
            </a:br>
            <a:r>
              <a:rPr lang="en-SG" sz="2000"/>
              <a:t>Ethical AI decision-making</a:t>
            </a:r>
            <a:br>
              <a:rPr lang="en-SG" sz="2000"/>
            </a:br>
            <a:r>
              <a:rPr lang="en-SG" sz="2000"/>
              <a:t>Environmental responsibility</a:t>
            </a:r>
            <a:br>
              <a:rPr lang="en-SG" sz="2000"/>
            </a:br>
            <a:r>
              <a:rPr lang="en-SG" sz="2000"/>
              <a:t>Public perception strongly influences regulation and adoption.</a:t>
            </a:r>
            <a:br>
              <a:rPr lang="en-SG" sz="2000"/>
            </a:br>
            <a:r>
              <a:rPr lang="en-SG" sz="2000" b="1"/>
              <a:t>🔎 Big Insight</a:t>
            </a:r>
            <a:br>
              <a:rPr lang="en-SG" sz="2000" b="1"/>
            </a:br>
            <a:r>
              <a:rPr lang="en-SG" sz="2000"/>
              <a:t>The key tension among stakeholders is:</a:t>
            </a:r>
            <a:br>
              <a:rPr lang="en-SG" sz="2000"/>
            </a:br>
            <a:r>
              <a:rPr lang="en-SG" sz="2000" b="1"/>
              <a:t>Innovation vs. safety</a:t>
            </a:r>
            <a:br>
              <a:rPr lang="en-SG" sz="2000"/>
            </a:br>
            <a:endParaRPr lang="en-SG" sz="2000"/>
          </a:p>
        </p:txBody>
      </p:sp>
    </p:spTree>
    <p:extLst>
      <p:ext uri="{BB962C8B-B14F-4D97-AF65-F5344CB8AC3E}">
        <p14:creationId xmlns:p14="http://schemas.microsoft.com/office/powerpoint/2010/main" val="2569503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39C48-8AC4-BC0E-6E3C-16000B93AD2B}"/>
              </a:ext>
            </a:extLst>
          </p:cNvPr>
          <p:cNvSpPr>
            <a:spLocks noGrp="1"/>
          </p:cNvSpPr>
          <p:nvPr>
            <p:ph type="title"/>
          </p:nvPr>
        </p:nvSpPr>
        <p:spPr/>
        <p:txBody>
          <a:bodyPr>
            <a:noAutofit/>
          </a:bodyPr>
          <a:lstStyle/>
          <a:p>
            <a:r>
              <a:rPr lang="en-SG" sz="2000"/>
              <a:t>What do you want to know </a:t>
            </a:r>
            <a:r>
              <a:rPr lang="en-SG" sz="2000" err="1"/>
              <a:t>abt</a:t>
            </a:r>
            <a:r>
              <a:rPr lang="en-SG" sz="2000"/>
              <a:t> them part 5</a:t>
            </a:r>
            <a:br>
              <a:rPr lang="en-SG" sz="2000"/>
            </a:br>
            <a:r>
              <a:rPr lang="en-SG" sz="2000" b="1"/>
              <a:t>Efficiency vs. employment</a:t>
            </a:r>
            <a:br>
              <a:rPr lang="en-SG" sz="2000"/>
            </a:br>
            <a:r>
              <a:rPr lang="en-SG" sz="2000" b="1"/>
              <a:t>Data use vs. privacy</a:t>
            </a:r>
            <a:br>
              <a:rPr lang="en-SG" sz="2000"/>
            </a:br>
            <a:r>
              <a:rPr lang="en-SG" sz="2000" b="1"/>
              <a:t>Corporate control vs. public regulation</a:t>
            </a:r>
            <a:br>
              <a:rPr lang="en-SG" sz="2000"/>
            </a:br>
            <a:r>
              <a:rPr lang="en-SG" sz="2000"/>
              <a:t>Self-driving cars are not just about technology — they are about </a:t>
            </a:r>
            <a:r>
              <a:rPr lang="en-SG" sz="2000" b="1"/>
              <a:t>economic power, social change, and ethical responsibility</a:t>
            </a:r>
            <a:r>
              <a:rPr lang="en-SG" sz="2000"/>
              <a:t>.</a:t>
            </a:r>
          </a:p>
        </p:txBody>
      </p:sp>
    </p:spTree>
    <p:extLst>
      <p:ext uri="{BB962C8B-B14F-4D97-AF65-F5344CB8AC3E}">
        <p14:creationId xmlns:p14="http://schemas.microsoft.com/office/powerpoint/2010/main" val="525747096"/>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Context (Where)</a:t>
            </a:r>
          </a:p>
        </p:txBody>
      </p:sp>
      <p:sp>
        <p:nvSpPr>
          <p:cNvPr id="3" name="Content Placeholder 2"/>
          <p:cNvSpPr>
            <a:spLocks noGrp="1"/>
          </p:cNvSpPr>
          <p:nvPr>
            <p:ph idx="1"/>
          </p:nvPr>
        </p:nvSpPr>
        <p:spPr/>
        <p:txBody>
          <a:bodyPr/>
          <a:lstStyle/>
          <a:p>
            <a:pPr>
              <a:defRPr sz="2400"/>
            </a:pPr>
            <a:r>
              <a:t>Urban, highway, suburban deployment challenges</a:t>
            </a:r>
          </a:p>
          <a:p>
            <a:pPr>
              <a:defRPr sz="2400"/>
            </a:pPr>
            <a:r>
              <a:t>Infrastructure gaps and unpredictable environments</a:t>
            </a:r>
          </a:p>
          <a:p>
            <a:pPr>
              <a:defRPr sz="2400"/>
            </a:pPr>
            <a:r>
              <a:t>High variability in human-driven surroundings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Context (Where)</a:t>
            </a:r>
          </a:p>
        </p:txBody>
      </p:sp>
      <p:sp>
        <p:nvSpPr>
          <p:cNvPr id="3" name="Content Placeholder 2"/>
          <p:cNvSpPr>
            <a:spLocks noGrp="1"/>
          </p:cNvSpPr>
          <p:nvPr>
            <p:ph idx="1"/>
          </p:nvPr>
        </p:nvSpPr>
        <p:spPr/>
        <p:txBody>
          <a:bodyPr/>
          <a:lstStyle/>
          <a:p>
            <a:pPr>
              <a:defRPr sz="2400"/>
            </a:pPr>
            <a:r>
              <a:t>Urban, highway, suburban deployment challenges</a:t>
            </a:r>
          </a:p>
          <a:p>
            <a:pPr>
              <a:defRPr sz="2400"/>
            </a:pPr>
            <a:r>
              <a:t>Infrastructure gaps and unpredictable environments</a:t>
            </a:r>
          </a:p>
          <a:p>
            <a:pPr>
              <a:defRPr sz="2400"/>
            </a:pPr>
            <a:r>
              <a:t>High variability in human-driven surroundings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Stakeholder Value (Why)</a:t>
            </a:r>
          </a:p>
        </p:txBody>
      </p:sp>
      <p:sp>
        <p:nvSpPr>
          <p:cNvPr id="3" name="Content Placeholder 2"/>
          <p:cNvSpPr>
            <a:spLocks noGrp="1"/>
          </p:cNvSpPr>
          <p:nvPr>
            <p:ph idx="1"/>
          </p:nvPr>
        </p:nvSpPr>
        <p:spPr/>
        <p:txBody>
          <a:bodyPr/>
          <a:lstStyle/>
          <a:p>
            <a:pPr>
              <a:defRPr sz="2400"/>
            </a:pPr>
            <a:r>
              <a:t>Safety, cost reduction, accessibility</a:t>
            </a:r>
          </a:p>
          <a:p>
            <a:pPr>
              <a:defRPr sz="2400"/>
            </a:pPr>
            <a:r>
              <a:t>Regulatory clarity and public trust</a:t>
            </a:r>
          </a:p>
          <a:p>
            <a:pPr>
              <a:defRPr sz="2400"/>
            </a:pPr>
            <a:r>
              <a:t>Efficient logistics and smart-city alignment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Nature of the Problem (What)</a:t>
            </a:r>
          </a:p>
        </p:txBody>
      </p:sp>
      <p:sp>
        <p:nvSpPr>
          <p:cNvPr id="3" name="Content Placeholder 2"/>
          <p:cNvSpPr>
            <a:spLocks noGrp="1"/>
          </p:cNvSpPr>
          <p:nvPr>
            <p:ph idx="1"/>
          </p:nvPr>
        </p:nvSpPr>
        <p:spPr/>
        <p:txBody>
          <a:bodyPr/>
          <a:lstStyle/>
          <a:p>
            <a:pPr>
              <a:defRPr sz="2400"/>
            </a:pPr>
            <a:r>
              <a:t>High-stakes safety-critical decisions</a:t>
            </a:r>
          </a:p>
          <a:p>
            <a:pPr>
              <a:defRPr sz="2400"/>
            </a:pPr>
            <a:r>
              <a:t>Legal and ethical uncertainty</a:t>
            </a:r>
          </a:p>
          <a:p>
            <a:pPr>
              <a:defRPr sz="2400"/>
            </a:pPr>
            <a:r>
              <a:t>Public trust and job displacement concerns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AAF07-E32A-F35A-0699-DA47F8FF2B53}"/>
              </a:ext>
            </a:extLst>
          </p:cNvPr>
          <p:cNvSpPr>
            <a:spLocks noGrp="1"/>
          </p:cNvSpPr>
          <p:nvPr>
            <p:ph type="title"/>
          </p:nvPr>
        </p:nvSpPr>
        <p:spPr/>
        <p:txBody>
          <a:bodyPr>
            <a:noAutofit/>
          </a:bodyPr>
          <a:lstStyle/>
          <a:p>
            <a:r>
              <a:rPr b="1" sz="3600"/>
              <a:t>How do we know it's a problem?</a:t>
            </a:r>
            <a:endParaRPr lang="en-SG" sz="2000"/>
          </a:p>
        </p:txBody>
      </p:sp>
      <p:sp>
        <p:nvSpPr>
          <p:cNvPr id="3" name="TextBox 2"/>
          <p:cNvSpPr txBox="1"/>
          <p:nvPr/>
        </p:nvSpPr>
        <p:spPr>
          <a:xfrm>
            <a:off x="822960" y="1463040"/>
            <a:ext cx="9601200" cy="4389120"/>
          </a:xfrm>
          <a:prstGeom prst="rect">
            <a:avLst/>
          </a:prstGeom>
          <a:noFill/>
        </p:spPr>
        <p:txBody>
          <a:bodyPr wrap="square">
            <a:spAutoFit/>
          </a:bodyPr>
          <a:lstStyle/>
          <a:p>
            <a:pPr/>
            <a:r>
              <a:rPr sz="2200"/>
              <a:t>Real-world incidents reveal current technical limits in safety-critical contexts.</a:t>
            </a:r>
          </a:p>
          <a:p>
            <a:pPr/>
            <a:r>
              <a:rPr sz="2200"/>
              <a:t>Regulation lags technology, creating ambiguity in standards and liability.</a:t>
            </a:r>
          </a:p>
          <a:p>
            <a:pPr/>
            <a:r>
              <a:rPr sz="2200"/>
              <a:t>Stakeholders—industry, regulators, drivers, and consumers—have conflicting interests.</a:t>
            </a:r>
          </a:p>
          <a:p>
            <a:pPr/>
            <a:r>
              <a:rPr sz="2200"/>
              <a:t>Economic and social stakes are high across jobs, insurance, and urban systems.</a:t>
            </a:r>
          </a:p>
          <a:p>
            <a:pPr/>
            <a:r>
              <a:rPr sz="2200"/>
              <a:t>Sustained public debate and media attention signal unresolved societal concerns.</a:t>
            </a:r>
          </a:p>
          <a:p>
            <a:r>
              <a:rPr b="1" sz="2200"/>
              <a:t>Bottom line: Evidence across safety, law, economics, and public trust shows this is a real, unresolved problem.</a:t>
            </a:r>
          </a:p>
        </p:txBody>
      </p:sp>
    </p:spTree>
    <p:extLst>
      <p:ext uri="{BB962C8B-B14F-4D97-AF65-F5344CB8AC3E}">
        <p14:creationId xmlns:p14="http://schemas.microsoft.com/office/powerpoint/2010/main" val="39451270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55F83B-A4A3-4547-829B-B03D48E65D89}"/>
              </a:ext>
            </a:extLst>
          </p:cNvPr>
          <p:cNvSpPr>
            <a:spLocks noGrp="1"/>
          </p:cNvSpPr>
          <p:nvPr>
            <p:ph type="sldNum" sz="quarter" idx="12"/>
          </p:nvPr>
        </p:nvSpPr>
        <p:spPr/>
        <p:txBody>
          <a:bodyPr/>
          <a:lstStyle/>
          <a:p>
            <a:pPr defTabSz="609570">
              <a:defRPr/>
            </a:pPr>
            <a:fld id="{EE2556C5-CE8C-6547-B838-EA80C61A4AF7}" type="slidenum">
              <a:rPr lang="en-US" sz="2000">
                <a:solidFill>
                  <a:prstClr val="white"/>
                </a:solidFill>
                <a:latin typeface="Intel Clear"/>
              </a:rPr>
              <a:pPr defTabSz="609570">
                <a:defRPr/>
              </a:pPr>
              <a:t>37</a:t>
            </a:fld>
            <a:endParaRPr lang="en-US" sz="2000">
              <a:solidFill>
                <a:prstClr val="white"/>
              </a:solidFill>
              <a:latin typeface="Intel Clear"/>
            </a:endParaRPr>
          </a:p>
        </p:txBody>
      </p:sp>
      <p:sp>
        <p:nvSpPr>
          <p:cNvPr id="5" name="Title 2"/>
          <p:cNvSpPr>
            <a:spLocks noGrp="1"/>
          </p:cNvSpPr>
          <p:nvPr>
            <p:ph type="title"/>
          </p:nvPr>
        </p:nvSpPr>
        <p:spPr>
          <a:xfrm>
            <a:off x="3050059" y="98647"/>
            <a:ext cx="10972800" cy="1158240"/>
          </a:xfrm>
        </p:spPr>
        <p:txBody>
          <a:bodyPr>
            <a:normAutofit/>
          </a:bodyPr>
          <a:lstStyle/>
          <a:p>
            <a:r>
              <a:rPr lang="en-US" sz="2000" b="1"/>
              <a:t>Problem Statement Template</a:t>
            </a:r>
            <a:endParaRPr lang="en-SG" sz="2000" b="1"/>
          </a:p>
        </p:txBody>
      </p:sp>
      <p:sp>
        <p:nvSpPr>
          <p:cNvPr id="7" name="Rectangle 6"/>
          <p:cNvSpPr/>
          <p:nvPr/>
        </p:nvSpPr>
        <p:spPr>
          <a:xfrm>
            <a:off x="0" y="6093255"/>
            <a:ext cx="10807701" cy="1015663"/>
          </a:xfrm>
          <a:prstGeom prst="rect">
            <a:avLst/>
          </a:prstGeom>
        </p:spPr>
        <p:txBody>
          <a:bodyPr wrap="square" anchor="ctr">
            <a:spAutoFit/>
          </a:bodyPr>
          <a:lstStyle/>
          <a:p>
            <a:r>
              <a:rPr lang="en-SG" sz="2000">
                <a:solidFill>
                  <a:schemeClr val="bg1"/>
                </a:solidFill>
              </a:rPr>
              <a:t>Copyright © 2019 Intel Corporation. All rights reserved. Intel and the Intel logo are trademarks of Intel Corporation in the U.S. and/or other countries. *Other names and brands may be claimed as the property of others.</a:t>
            </a:r>
          </a:p>
        </p:txBody>
      </p:sp>
      <p:graphicFrame>
        <p:nvGraphicFramePr>
          <p:cNvPr id="8" name="Google Shape;4268;p57"/>
          <p:cNvGraphicFramePr/>
          <p:nvPr>
            <p:extLst>
              <p:ext uri="{D42A27DB-BD31-4B8C-83A1-F6EECF244321}">
                <p14:modId xmlns:p14="http://schemas.microsoft.com/office/powerpoint/2010/main" val="715872166"/>
              </p:ext>
            </p:extLst>
          </p:nvPr>
        </p:nvGraphicFramePr>
        <p:xfrm>
          <a:off x="0" y="874108"/>
          <a:ext cx="12173988" cy="8471503"/>
        </p:xfrm>
        <a:graphic>
          <a:graphicData uri="http://schemas.openxmlformats.org/drawingml/2006/table">
            <a:tbl>
              <a:tblPr>
                <a:noFill/>
              </a:tblPr>
              <a:tblGrid>
                <a:gridCol w="4545011">
                  <a:extLst>
                    <a:ext uri="{9D8B030D-6E8A-4147-A177-3AD203B41FA5}">
                      <a16:colId xmlns:a16="http://schemas.microsoft.com/office/drawing/2014/main" val="20000"/>
                    </a:ext>
                  </a:extLst>
                </a:gridCol>
                <a:gridCol w="6105917">
                  <a:extLst>
                    <a:ext uri="{9D8B030D-6E8A-4147-A177-3AD203B41FA5}">
                      <a16:colId xmlns:a16="http://schemas.microsoft.com/office/drawing/2014/main" val="20001"/>
                    </a:ext>
                  </a:extLst>
                </a:gridCol>
                <a:gridCol w="1523060">
                  <a:extLst>
                    <a:ext uri="{9D8B030D-6E8A-4147-A177-3AD203B41FA5}">
                      <a16:colId xmlns:a16="http://schemas.microsoft.com/office/drawing/2014/main" val="20002"/>
                    </a:ext>
                  </a:extLst>
                </a:gridCol>
              </a:tblGrid>
              <a:tr h="681104">
                <a:tc>
                  <a:txBody>
                    <a:bodyPr/>
                    <a:lstStyle/>
                    <a:p>
                      <a:pPr marL="0" lvl="0" indent="0" algn="r" rtl="0">
                        <a:lnSpc>
                          <a:spcPct val="138000"/>
                        </a:lnSpc>
                        <a:spcBef>
                          <a:spcPts val="0"/>
                        </a:spcBef>
                        <a:spcAft>
                          <a:spcPts val="0"/>
                        </a:spcAft>
                        <a:buNone/>
                      </a:pPr>
                      <a:r>
                        <a:rPr lang="en" sz="2300">
                          <a:solidFill>
                            <a:schemeClr val="bg1"/>
                          </a:solidFill>
                          <a:latin typeface="+mj-lt"/>
                          <a:ea typeface="Merriweather"/>
                          <a:cs typeface="Merriweather"/>
                          <a:sym typeface="Merriweather"/>
                        </a:rPr>
                        <a:t>Our</a:t>
                      </a:r>
                      <a:endParaRPr sz="2300">
                        <a:solidFill>
                          <a:schemeClr val="bg1"/>
                        </a:solidFill>
                        <a:latin typeface="+mj-lt"/>
                        <a:ea typeface="Merriweather"/>
                        <a:cs typeface="Merriweather"/>
                        <a:sym typeface="Merriweather"/>
                      </a:endParaRPr>
                    </a:p>
                  </a:txBody>
                  <a:tcPr marL="121900" marR="121900" marT="121900" marB="121900">
                    <a:lnL w="19050" cap="flat" cmpd="sng">
                      <a:solidFill>
                        <a:srgbClr val="CCCCCC"/>
                      </a:solidFill>
                      <a:prstDash val="solid"/>
                      <a:round/>
                      <a:headEnd type="none" w="sm" len="sm"/>
                      <a:tailEnd type="none" w="sm" len="sm"/>
                    </a:lnL>
                    <a:lnR w="19050" cap="flat" cmpd="sng">
                      <a:solidFill>
                        <a:srgbClr val="CCCCCC"/>
                      </a:solidFill>
                      <a:prstDash val="solid"/>
                      <a:round/>
                      <a:headEnd type="none" w="sm" len="sm"/>
                      <a:tailEnd type="none" w="sm" len="sm"/>
                    </a:lnR>
                    <a:lnT w="19050" cap="flat" cmpd="sng">
                      <a:solidFill>
                        <a:srgbClr val="CCCCCC"/>
                      </a:solidFill>
                      <a:prstDash val="solid"/>
                      <a:round/>
                      <a:headEnd type="none" w="sm" len="sm"/>
                      <a:tailEnd type="none" w="sm" len="sm"/>
                    </a:lnT>
                    <a:lnB w="19050" cap="flat" cmpd="sng">
                      <a:solidFill>
                        <a:srgbClr val="CCCCCC"/>
                      </a:solidFill>
                      <a:prstDash val="solid"/>
                      <a:round/>
                      <a:headEnd type="none" w="sm" len="sm"/>
                      <a:tailEnd type="none" w="sm" len="sm"/>
                    </a:lnB>
                    <a:solidFill>
                      <a:schemeClr val="accent1"/>
                    </a:solidFill>
                  </a:tcPr>
                </a:tc>
                <a:tc>
                  <a:txBody>
                    <a:bodyPr/>
                    <a:lstStyle/>
                    <a:p>
                      <a:pPr marL="0" lvl="0" indent="0" algn="l" rtl="0">
                        <a:lnSpc>
                          <a:spcPct val="138000"/>
                        </a:lnSpc>
                        <a:spcBef>
                          <a:spcPts val="0"/>
                        </a:spcBef>
                        <a:spcAft>
                          <a:spcPts val="0"/>
                        </a:spcAft>
                        <a:buNone/>
                      </a:pPr>
                      <a:r>
                        <a:rPr lang="en-SG" sz="2300">
                          <a:solidFill>
                            <a:srgbClr val="E60000"/>
                          </a:solidFill>
                          <a:latin typeface="+mj-lt"/>
                          <a:ea typeface="Merriweather"/>
                          <a:cs typeface="Merriweather"/>
                          <a:sym typeface="Merriweather"/>
                        </a:rPr>
                        <a:t>Stakeholders</a:t>
                      </a:r>
                      <a:endParaRPr sz="2300">
                        <a:solidFill>
                          <a:srgbClr val="E60000"/>
                        </a:solidFill>
                        <a:latin typeface="+mj-lt"/>
                        <a:ea typeface="Merriweather"/>
                        <a:cs typeface="Merriweather"/>
                        <a:sym typeface="Merriweather"/>
                      </a:endParaRPr>
                    </a:p>
                  </a:txBody>
                  <a:tcPr marL="121900" marR="121900" marT="121900" marB="121900">
                    <a:lnL w="19050" cap="flat" cmpd="sng">
                      <a:solidFill>
                        <a:srgbClr val="CCCCCC"/>
                      </a:solidFill>
                      <a:prstDash val="solid"/>
                      <a:round/>
                      <a:headEnd type="none" w="sm" len="sm"/>
                      <a:tailEnd type="none" w="sm" len="sm"/>
                    </a:lnL>
                    <a:lnR w="19050" cap="flat" cmpd="sng">
                      <a:solidFill>
                        <a:srgbClr val="CCCCCC"/>
                      </a:solidFill>
                      <a:prstDash val="solid"/>
                      <a:round/>
                      <a:headEnd type="none" w="sm" len="sm"/>
                      <a:tailEnd type="none" w="sm" len="sm"/>
                    </a:lnR>
                    <a:lnT w="19050" cap="flat" cmpd="sng">
                      <a:solidFill>
                        <a:srgbClr val="CCCCCC"/>
                      </a:solidFill>
                      <a:prstDash val="solid"/>
                      <a:round/>
                      <a:headEnd type="none" w="sm" len="sm"/>
                      <a:tailEnd type="none" w="sm" len="sm"/>
                    </a:lnT>
                    <a:lnB w="19050" cap="flat" cmpd="sng">
                      <a:solidFill>
                        <a:srgbClr val="CCCCCC"/>
                      </a:solidFill>
                      <a:prstDash val="solid"/>
                      <a:round/>
                      <a:headEnd type="none" w="sm" len="sm"/>
                      <a:tailEnd type="none" w="sm" len="sm"/>
                    </a:lnB>
                    <a:solidFill>
                      <a:srgbClr val="FFFFFF"/>
                    </a:solidFill>
                  </a:tcPr>
                </a:tc>
                <a:tc>
                  <a:txBody>
                    <a:bodyPr/>
                    <a:lstStyle/>
                    <a:p>
                      <a:pPr marL="0" lvl="0" indent="0" algn="l" rtl="0">
                        <a:lnSpc>
                          <a:spcPct val="138000"/>
                        </a:lnSpc>
                        <a:spcBef>
                          <a:spcPts val="0"/>
                        </a:spcBef>
                        <a:spcAft>
                          <a:spcPts val="0"/>
                        </a:spcAft>
                        <a:buNone/>
                      </a:pPr>
                      <a:r>
                        <a:rPr lang="en" sz="2300" b="1">
                          <a:latin typeface="+mj-lt"/>
                          <a:ea typeface="Merriweather"/>
                          <a:cs typeface="Merriweather"/>
                          <a:sym typeface="Merriweather"/>
                        </a:rPr>
                        <a:t>Who</a:t>
                      </a:r>
                      <a:endParaRPr sz="2300" b="1">
                        <a:latin typeface="+mj-lt"/>
                        <a:ea typeface="Merriweather"/>
                        <a:cs typeface="Merriweather"/>
                        <a:sym typeface="Merriweather"/>
                      </a:endParaRPr>
                    </a:p>
                  </a:txBody>
                  <a:tcPr marL="121900" marR="121900" marT="121900" marB="121900">
                    <a:lnL w="19050" cap="flat" cmpd="sng" algn="ctr">
                      <a:solidFill>
                        <a:srgbClr val="CCCCCC"/>
                      </a:solidFill>
                      <a:prstDash val="solid"/>
                      <a:round/>
                      <a:headEnd type="none" w="sm" len="sm"/>
                      <a:tailEnd type="none" w="sm" len="sm"/>
                    </a:lnL>
                    <a:lnR w="19050" cap="flat" cmpd="sng">
                      <a:solidFill>
                        <a:srgbClr val="CCCCCC"/>
                      </a:solidFill>
                      <a:prstDash val="solid"/>
                      <a:round/>
                      <a:headEnd type="none" w="sm" len="sm"/>
                      <a:tailEnd type="none" w="sm" len="sm"/>
                    </a:lnR>
                    <a:lnT w="19050" cap="flat" cmpd="sng">
                      <a:solidFill>
                        <a:srgbClr val="CCCCCC"/>
                      </a:solidFill>
                      <a:prstDash val="solid"/>
                      <a:round/>
                      <a:headEnd type="none" w="sm" len="sm"/>
                      <a:tailEnd type="none" w="sm" len="sm"/>
                    </a:lnT>
                    <a:lnB w="19050" cap="flat" cmpd="sng">
                      <a:solidFill>
                        <a:srgbClr val="CCCCCC"/>
                      </a:solidFill>
                      <a:prstDash val="solid"/>
                      <a:round/>
                      <a:headEnd type="none" w="sm" len="sm"/>
                      <a:tailEnd type="none" w="sm" len="sm"/>
                    </a:lnB>
                    <a:solidFill>
                      <a:srgbClr val="D9D9D9"/>
                    </a:solidFill>
                  </a:tcPr>
                </a:tc>
                <a:extLst>
                  <a:ext uri="{0D108BD9-81ED-4DB2-BD59-A6C34878D82A}">
                    <a16:rowId xmlns:a16="http://schemas.microsoft.com/office/drawing/2014/main" val="10000"/>
                  </a:ext>
                </a:extLst>
              </a:tr>
              <a:tr h="2111124">
                <a:tc>
                  <a:txBody>
                    <a:bodyPr/>
                    <a:lstStyle/>
                    <a:p>
                      <a:pPr marL="0" lvl="0" indent="0" algn="r" rtl="0">
                        <a:lnSpc>
                          <a:spcPct val="138000"/>
                        </a:lnSpc>
                        <a:spcBef>
                          <a:spcPts val="0"/>
                        </a:spcBef>
                        <a:spcAft>
                          <a:spcPts val="0"/>
                        </a:spcAft>
                        <a:buNone/>
                      </a:pPr>
                      <a:r>
                        <a:rPr lang="en" sz="2300">
                          <a:solidFill>
                            <a:schemeClr val="bg1"/>
                          </a:solidFill>
                          <a:latin typeface="+mj-lt"/>
                          <a:ea typeface="Merriweather"/>
                          <a:cs typeface="Merriweather"/>
                          <a:sym typeface="Merriweather"/>
                        </a:rPr>
                        <a:t>has/have a problem that</a:t>
                      </a:r>
                      <a:endParaRPr sz="2300">
                        <a:solidFill>
                          <a:schemeClr val="bg1"/>
                        </a:solidFill>
                        <a:latin typeface="+mj-lt"/>
                        <a:ea typeface="Merriweather"/>
                        <a:cs typeface="Merriweather"/>
                        <a:sym typeface="Merriweather"/>
                      </a:endParaRPr>
                    </a:p>
                  </a:txBody>
                  <a:tcPr marL="121900" marR="121900" marT="121900" marB="121900">
                    <a:lnL w="19050" cap="flat" cmpd="sng">
                      <a:solidFill>
                        <a:srgbClr val="CCCCCC"/>
                      </a:solidFill>
                      <a:prstDash val="solid"/>
                      <a:round/>
                      <a:headEnd type="none" w="sm" len="sm"/>
                      <a:tailEnd type="none" w="sm" len="sm"/>
                    </a:lnL>
                    <a:lnR w="19050" cap="flat" cmpd="sng">
                      <a:solidFill>
                        <a:srgbClr val="CCCCCC"/>
                      </a:solidFill>
                      <a:prstDash val="solid"/>
                      <a:round/>
                      <a:headEnd type="none" w="sm" len="sm"/>
                      <a:tailEnd type="none" w="sm" len="sm"/>
                    </a:lnR>
                    <a:lnT w="19050" cap="flat" cmpd="sng">
                      <a:solidFill>
                        <a:srgbClr val="CCCCCC"/>
                      </a:solidFill>
                      <a:prstDash val="solid"/>
                      <a:round/>
                      <a:headEnd type="none" w="sm" len="sm"/>
                      <a:tailEnd type="none" w="sm" len="sm"/>
                    </a:lnT>
                    <a:lnB w="19050" cap="flat" cmpd="sng">
                      <a:solidFill>
                        <a:srgbClr val="CCCCCC"/>
                      </a:solidFill>
                      <a:prstDash val="solid"/>
                      <a:round/>
                      <a:headEnd type="none" w="sm" len="sm"/>
                      <a:tailEnd type="none" w="sm" len="sm"/>
                    </a:lnB>
                    <a:solidFill>
                      <a:schemeClr val="accent1"/>
                    </a:solidFill>
                  </a:tcPr>
                </a:tc>
                <a:tc>
                  <a:txBody>
                    <a:bodyPr/>
                    <a:lstStyle/>
                    <a:p>
                      <a:pPr marL="0" lvl="0" indent="0" algn="l">
                        <a:lnSpc>
                          <a:spcPct val="138000"/>
                        </a:lnSpc>
                        <a:spcBef>
                          <a:spcPts val="0"/>
                        </a:spcBef>
                        <a:spcAft>
                          <a:spcPts val="0"/>
                        </a:spcAft>
                        <a:buNone/>
                      </a:pPr>
                      <a:r>
                        <a:rPr lang="en-US" sz="2300" b="0" i="0" u="none" strike="noStrike" noProof="0">
                          <a:solidFill>
                            <a:srgbClr val="E60000"/>
                          </a:solidFill>
                        </a:rPr>
                        <a:t>The self driving car cannot recognize the stop or </a:t>
                      </a:r>
                      <a:r>
                        <a:rPr lang="en-US" sz="2300" b="0" i="0" u="none" strike="noStrike" noProof="0" err="1">
                          <a:solidFill>
                            <a:srgbClr val="E60000"/>
                          </a:solidFill>
                        </a:rPr>
                        <a:t>u-turn</a:t>
                      </a:r>
                      <a:r>
                        <a:rPr lang="en-US" sz="2300" b="0" i="0" u="none" strike="noStrike" noProof="0">
                          <a:solidFill>
                            <a:srgbClr val="E60000"/>
                          </a:solidFill>
                        </a:rPr>
                        <a:t> sign and speed limit.</a:t>
                      </a:r>
                      <a:endParaRPr sz="2300">
                        <a:sym typeface="Merriweather"/>
                      </a:endParaRPr>
                    </a:p>
                  </a:txBody>
                  <a:tcPr marL="121900" marR="121900" marT="121900" marB="121900">
                    <a:lnL w="19050" cap="flat" cmpd="sng">
                      <a:solidFill>
                        <a:srgbClr val="CCCCCC"/>
                      </a:solidFill>
                      <a:prstDash val="solid"/>
                      <a:round/>
                      <a:headEnd type="none" w="sm" len="sm"/>
                      <a:tailEnd type="none" w="sm" len="sm"/>
                    </a:lnL>
                    <a:lnR w="19050" cap="flat" cmpd="sng">
                      <a:solidFill>
                        <a:srgbClr val="CCCCCC"/>
                      </a:solidFill>
                      <a:prstDash val="solid"/>
                      <a:round/>
                      <a:headEnd type="none" w="sm" len="sm"/>
                      <a:tailEnd type="none" w="sm" len="sm"/>
                    </a:lnR>
                    <a:lnT w="19050" cap="flat" cmpd="sng">
                      <a:solidFill>
                        <a:srgbClr val="CCCCCC"/>
                      </a:solidFill>
                      <a:prstDash val="solid"/>
                      <a:round/>
                      <a:headEnd type="none" w="sm" len="sm"/>
                      <a:tailEnd type="none" w="sm" len="sm"/>
                    </a:lnT>
                    <a:lnB w="19050" cap="flat" cmpd="sng">
                      <a:solidFill>
                        <a:srgbClr val="CCCCCC"/>
                      </a:solidFill>
                      <a:prstDash val="solid"/>
                      <a:round/>
                      <a:headEnd type="none" w="sm" len="sm"/>
                      <a:tailEnd type="none" w="sm" len="sm"/>
                    </a:lnB>
                    <a:solidFill>
                      <a:srgbClr val="FFFFFF"/>
                    </a:solidFill>
                  </a:tcPr>
                </a:tc>
                <a:tc>
                  <a:txBody>
                    <a:bodyPr/>
                    <a:lstStyle/>
                    <a:p>
                      <a:pPr marL="0" lvl="0" indent="0" algn="l" rtl="0">
                        <a:lnSpc>
                          <a:spcPct val="138000"/>
                        </a:lnSpc>
                        <a:spcBef>
                          <a:spcPts val="0"/>
                        </a:spcBef>
                        <a:spcAft>
                          <a:spcPts val="0"/>
                        </a:spcAft>
                        <a:buNone/>
                      </a:pPr>
                      <a:r>
                        <a:rPr lang="en" sz="2300" b="1">
                          <a:latin typeface="+mj-lt"/>
                          <a:ea typeface="Merriweather"/>
                          <a:cs typeface="Merriweather"/>
                          <a:sym typeface="Merriweather"/>
                        </a:rPr>
                        <a:t>What</a:t>
                      </a:r>
                      <a:endParaRPr sz="2300" b="1">
                        <a:latin typeface="+mj-lt"/>
                        <a:ea typeface="Merriweather"/>
                        <a:cs typeface="Merriweather"/>
                        <a:sym typeface="Merriweather"/>
                      </a:endParaRPr>
                    </a:p>
                  </a:txBody>
                  <a:tcPr marL="121900" marR="121900" marT="121900" marB="121900">
                    <a:lnL w="19050" cap="flat" cmpd="sng" algn="ctr">
                      <a:solidFill>
                        <a:srgbClr val="CCCCCC"/>
                      </a:solidFill>
                      <a:prstDash val="solid"/>
                      <a:round/>
                      <a:headEnd type="none" w="sm" len="sm"/>
                      <a:tailEnd type="none" w="sm" len="sm"/>
                    </a:lnL>
                    <a:lnR w="19050" cap="flat" cmpd="sng">
                      <a:solidFill>
                        <a:srgbClr val="CCCCCC"/>
                      </a:solidFill>
                      <a:prstDash val="solid"/>
                      <a:round/>
                      <a:headEnd type="none" w="sm" len="sm"/>
                      <a:tailEnd type="none" w="sm" len="sm"/>
                    </a:lnR>
                    <a:lnT w="19050" cap="flat" cmpd="sng">
                      <a:solidFill>
                        <a:srgbClr val="CCCCCC"/>
                      </a:solidFill>
                      <a:prstDash val="solid"/>
                      <a:round/>
                      <a:headEnd type="none" w="sm" len="sm"/>
                      <a:tailEnd type="none" w="sm" len="sm"/>
                    </a:lnT>
                    <a:lnB w="19050" cap="flat" cmpd="sng">
                      <a:solidFill>
                        <a:srgbClr val="CCCCCC"/>
                      </a:solidFill>
                      <a:prstDash val="solid"/>
                      <a:round/>
                      <a:headEnd type="none" w="sm" len="sm"/>
                      <a:tailEnd type="none" w="sm" len="sm"/>
                    </a:lnB>
                    <a:solidFill>
                      <a:srgbClr val="D9D9D9"/>
                    </a:solidFill>
                  </a:tcPr>
                </a:tc>
                <a:extLst>
                  <a:ext uri="{0D108BD9-81ED-4DB2-BD59-A6C34878D82A}">
                    <a16:rowId xmlns:a16="http://schemas.microsoft.com/office/drawing/2014/main" val="10001"/>
                  </a:ext>
                </a:extLst>
              </a:tr>
              <a:tr h="1634451">
                <a:tc>
                  <a:txBody>
                    <a:bodyPr/>
                    <a:lstStyle/>
                    <a:p>
                      <a:pPr marL="0" lvl="0" indent="0" algn="r" rtl="0">
                        <a:lnSpc>
                          <a:spcPct val="138000"/>
                        </a:lnSpc>
                        <a:spcBef>
                          <a:spcPts val="0"/>
                        </a:spcBef>
                        <a:spcAft>
                          <a:spcPts val="0"/>
                        </a:spcAft>
                        <a:buNone/>
                      </a:pPr>
                      <a:r>
                        <a:rPr lang="en" sz="2300">
                          <a:solidFill>
                            <a:schemeClr val="bg1"/>
                          </a:solidFill>
                          <a:latin typeface="+mj-lt"/>
                          <a:ea typeface="Merriweather"/>
                          <a:cs typeface="Merriweather"/>
                          <a:sym typeface="Merriweather"/>
                        </a:rPr>
                        <a:t>when / while</a:t>
                      </a:r>
                      <a:endParaRPr sz="2300">
                        <a:solidFill>
                          <a:schemeClr val="bg1"/>
                        </a:solidFill>
                        <a:latin typeface="+mj-lt"/>
                        <a:ea typeface="Merriweather"/>
                        <a:cs typeface="Merriweather"/>
                        <a:sym typeface="Merriweather"/>
                      </a:endParaRPr>
                    </a:p>
                  </a:txBody>
                  <a:tcPr marL="121900" marR="121900" marT="121900" marB="121900">
                    <a:lnL w="19050" cap="flat" cmpd="sng">
                      <a:solidFill>
                        <a:srgbClr val="CCCCCC"/>
                      </a:solidFill>
                      <a:prstDash val="solid"/>
                      <a:round/>
                      <a:headEnd type="none" w="sm" len="sm"/>
                      <a:tailEnd type="none" w="sm" len="sm"/>
                    </a:lnL>
                    <a:lnR w="19050" cap="flat" cmpd="sng">
                      <a:solidFill>
                        <a:srgbClr val="CCCCCC"/>
                      </a:solidFill>
                      <a:prstDash val="solid"/>
                      <a:round/>
                      <a:headEnd type="none" w="sm" len="sm"/>
                      <a:tailEnd type="none" w="sm" len="sm"/>
                    </a:lnR>
                    <a:lnT w="19050" cap="flat" cmpd="sng">
                      <a:solidFill>
                        <a:srgbClr val="CCCCCC"/>
                      </a:solidFill>
                      <a:prstDash val="solid"/>
                      <a:round/>
                      <a:headEnd type="none" w="sm" len="sm"/>
                      <a:tailEnd type="none" w="sm" len="sm"/>
                    </a:lnT>
                    <a:lnB w="19050" cap="flat" cmpd="sng">
                      <a:solidFill>
                        <a:srgbClr val="CCCCCC"/>
                      </a:solidFill>
                      <a:prstDash val="solid"/>
                      <a:round/>
                      <a:headEnd type="none" w="sm" len="sm"/>
                      <a:tailEnd type="none" w="sm" len="sm"/>
                    </a:lnB>
                    <a:solidFill>
                      <a:schemeClr val="accent1"/>
                    </a:solidFill>
                  </a:tcPr>
                </a:tc>
                <a:tc>
                  <a:txBody>
                    <a:bodyPr/>
                    <a:lstStyle/>
                    <a:p>
                      <a:pPr marL="0" lvl="0" indent="0" algn="l">
                        <a:lnSpc>
                          <a:spcPct val="138000"/>
                        </a:lnSpc>
                        <a:spcBef>
                          <a:spcPts val="0"/>
                        </a:spcBef>
                        <a:spcAft>
                          <a:spcPts val="0"/>
                        </a:spcAft>
                        <a:buNone/>
                      </a:pPr>
                      <a:r>
                        <a:rPr lang="en-US" sz="2300" b="0" i="0" u="none" strike="noStrike" noProof="0">
                          <a:solidFill>
                            <a:srgbClr val="E60000"/>
                          </a:solidFill>
                        </a:rPr>
                        <a:t>this results in delayed driving speed, not knowing when to u turn and when to stop as well as the speed limit</a:t>
                      </a:r>
                      <a:endParaRPr sz="2300">
                        <a:sym typeface="Merriweather"/>
                      </a:endParaRPr>
                    </a:p>
                  </a:txBody>
                  <a:tcPr marL="121900" marR="121900" marT="121900" marB="121900">
                    <a:lnL w="19050" cap="flat" cmpd="sng">
                      <a:solidFill>
                        <a:srgbClr val="CCCCCC"/>
                      </a:solidFill>
                      <a:prstDash val="solid"/>
                      <a:round/>
                      <a:headEnd type="none" w="sm" len="sm"/>
                      <a:tailEnd type="none" w="sm" len="sm"/>
                    </a:lnL>
                    <a:lnR w="19050" cap="flat" cmpd="sng">
                      <a:solidFill>
                        <a:srgbClr val="CCCCCC"/>
                      </a:solidFill>
                      <a:prstDash val="solid"/>
                      <a:round/>
                      <a:headEnd type="none" w="sm" len="sm"/>
                      <a:tailEnd type="none" w="sm" len="sm"/>
                    </a:lnR>
                    <a:lnT w="19050" cap="flat" cmpd="sng">
                      <a:solidFill>
                        <a:srgbClr val="CCCCCC"/>
                      </a:solidFill>
                      <a:prstDash val="solid"/>
                      <a:round/>
                      <a:headEnd type="none" w="sm" len="sm"/>
                      <a:tailEnd type="none" w="sm" len="sm"/>
                    </a:lnT>
                    <a:lnB w="19050" cap="flat" cmpd="sng">
                      <a:solidFill>
                        <a:srgbClr val="CCCCCC"/>
                      </a:solidFill>
                      <a:prstDash val="solid"/>
                      <a:round/>
                      <a:headEnd type="none" w="sm" len="sm"/>
                      <a:tailEnd type="none" w="sm" len="sm"/>
                    </a:lnB>
                    <a:solidFill>
                      <a:srgbClr val="FFFFFF"/>
                    </a:solidFill>
                  </a:tcPr>
                </a:tc>
                <a:tc>
                  <a:txBody>
                    <a:bodyPr/>
                    <a:lstStyle/>
                    <a:p>
                      <a:pPr marL="0" lvl="0" indent="0" algn="l" rtl="0">
                        <a:lnSpc>
                          <a:spcPct val="138000"/>
                        </a:lnSpc>
                        <a:spcBef>
                          <a:spcPts val="0"/>
                        </a:spcBef>
                        <a:spcAft>
                          <a:spcPts val="0"/>
                        </a:spcAft>
                        <a:buNone/>
                      </a:pPr>
                      <a:r>
                        <a:rPr lang="en" sz="2300" b="1">
                          <a:latin typeface="+mj-lt"/>
                          <a:ea typeface="Merriweather"/>
                          <a:cs typeface="Merriweather"/>
                          <a:sym typeface="Merriweather"/>
                        </a:rPr>
                        <a:t>Where</a:t>
                      </a:r>
                      <a:endParaRPr sz="2300" b="1">
                        <a:latin typeface="+mj-lt"/>
                        <a:ea typeface="Merriweather"/>
                        <a:cs typeface="Merriweather"/>
                        <a:sym typeface="Merriweather"/>
                      </a:endParaRPr>
                    </a:p>
                  </a:txBody>
                  <a:tcPr marL="121900" marR="121900" marT="121900" marB="121900">
                    <a:lnL w="19050" cap="flat" cmpd="sng" algn="ctr">
                      <a:solidFill>
                        <a:srgbClr val="CCCCCC"/>
                      </a:solidFill>
                      <a:prstDash val="solid"/>
                      <a:round/>
                      <a:headEnd type="none" w="sm" len="sm"/>
                      <a:tailEnd type="none" w="sm" len="sm"/>
                    </a:lnL>
                    <a:lnR w="19050" cap="flat" cmpd="sng">
                      <a:solidFill>
                        <a:srgbClr val="CCCCCC"/>
                      </a:solidFill>
                      <a:prstDash val="solid"/>
                      <a:round/>
                      <a:headEnd type="none" w="sm" len="sm"/>
                      <a:tailEnd type="none" w="sm" len="sm"/>
                    </a:lnR>
                    <a:lnT w="19050" cap="flat" cmpd="sng">
                      <a:solidFill>
                        <a:srgbClr val="CCCCCC"/>
                      </a:solidFill>
                      <a:prstDash val="solid"/>
                      <a:round/>
                      <a:headEnd type="none" w="sm" len="sm"/>
                      <a:tailEnd type="none" w="sm" len="sm"/>
                    </a:lnT>
                    <a:lnB w="19050" cap="flat" cmpd="sng">
                      <a:solidFill>
                        <a:srgbClr val="CCCCCC"/>
                      </a:solidFill>
                      <a:prstDash val="solid"/>
                      <a:round/>
                      <a:headEnd type="none" w="sm" len="sm"/>
                      <a:tailEnd type="none" w="sm" len="sm"/>
                    </a:lnB>
                    <a:solidFill>
                      <a:srgbClr val="D9D9D9"/>
                    </a:solidFill>
                  </a:tcPr>
                </a:tc>
                <a:extLst>
                  <a:ext uri="{0D108BD9-81ED-4DB2-BD59-A6C34878D82A}">
                    <a16:rowId xmlns:a16="http://schemas.microsoft.com/office/drawing/2014/main" val="10002"/>
                  </a:ext>
                </a:extLst>
              </a:tr>
              <a:tr h="4017817">
                <a:tc>
                  <a:txBody>
                    <a:bodyPr/>
                    <a:lstStyle/>
                    <a:p>
                      <a:pPr marL="0" lvl="0" indent="0" algn="r" rtl="0">
                        <a:lnSpc>
                          <a:spcPct val="138000"/>
                        </a:lnSpc>
                        <a:spcBef>
                          <a:spcPts val="0"/>
                        </a:spcBef>
                        <a:spcAft>
                          <a:spcPts val="0"/>
                        </a:spcAft>
                        <a:buNone/>
                      </a:pPr>
                      <a:r>
                        <a:rPr lang="en" sz="2300">
                          <a:solidFill>
                            <a:schemeClr val="bg1"/>
                          </a:solidFill>
                          <a:latin typeface="+mj-lt"/>
                          <a:ea typeface="Merriweather"/>
                          <a:cs typeface="Merriweather"/>
                          <a:sym typeface="Merriweather"/>
                        </a:rPr>
                        <a:t>An ideal solution would</a:t>
                      </a:r>
                      <a:endParaRPr sz="2300">
                        <a:solidFill>
                          <a:schemeClr val="bg1"/>
                        </a:solidFill>
                        <a:latin typeface="+mj-lt"/>
                        <a:ea typeface="Merriweather"/>
                        <a:cs typeface="Merriweather"/>
                        <a:sym typeface="Merriweather"/>
                      </a:endParaRPr>
                    </a:p>
                  </a:txBody>
                  <a:tcPr marL="121900" marR="121900" marT="121900" marB="121900">
                    <a:lnL w="19050" cap="flat" cmpd="sng">
                      <a:solidFill>
                        <a:srgbClr val="CCCCCC"/>
                      </a:solidFill>
                      <a:prstDash val="solid"/>
                      <a:round/>
                      <a:headEnd type="none" w="sm" len="sm"/>
                      <a:tailEnd type="none" w="sm" len="sm"/>
                    </a:lnL>
                    <a:lnR w="19050" cap="flat" cmpd="sng">
                      <a:solidFill>
                        <a:srgbClr val="CCCCCC"/>
                      </a:solidFill>
                      <a:prstDash val="solid"/>
                      <a:round/>
                      <a:headEnd type="none" w="sm" len="sm"/>
                      <a:tailEnd type="none" w="sm" len="sm"/>
                    </a:lnR>
                    <a:lnT w="19050" cap="flat" cmpd="sng">
                      <a:solidFill>
                        <a:srgbClr val="CCCCCC"/>
                      </a:solidFill>
                      <a:prstDash val="solid"/>
                      <a:round/>
                      <a:headEnd type="none" w="sm" len="sm"/>
                      <a:tailEnd type="none" w="sm" len="sm"/>
                    </a:lnT>
                    <a:lnB w="19050" cap="flat" cmpd="sng">
                      <a:solidFill>
                        <a:srgbClr val="CCCCCC"/>
                      </a:solidFill>
                      <a:prstDash val="solid"/>
                      <a:round/>
                      <a:headEnd type="none" w="sm" len="sm"/>
                      <a:tailEnd type="none" w="sm" len="sm"/>
                    </a:lnB>
                    <a:solidFill>
                      <a:schemeClr val="accent1"/>
                    </a:solidFill>
                  </a:tcPr>
                </a:tc>
                <a:tc>
                  <a:txBody>
                    <a:bodyPr/>
                    <a:lstStyle/>
                    <a:p>
                      <a:pPr marL="0" lvl="0" indent="0" algn="l" rtl="0">
                        <a:lnSpc>
                          <a:spcPct val="138000"/>
                        </a:lnSpc>
                        <a:spcBef>
                          <a:spcPts val="0"/>
                        </a:spcBef>
                        <a:spcAft>
                          <a:spcPts val="0"/>
                        </a:spcAft>
                        <a:buNone/>
                      </a:pPr>
                      <a:r>
                        <a:rPr lang="en-US" sz="2300" b="0" i="0" u="none" strike="noStrike" noProof="0">
                          <a:solidFill>
                            <a:srgbClr val="E60000"/>
                          </a:solidFill>
                        </a:rPr>
                        <a:t>be computer vision–based solution that enables higher accuracy that leads to higher success rates.</a:t>
                      </a:r>
                      <a:endParaRPr lang="en-US" sz="2300">
                        <a:solidFill>
                          <a:srgbClr val="E60000"/>
                        </a:solidFill>
                        <a:latin typeface="+mj-lt"/>
                        <a:ea typeface="Merriweather"/>
                        <a:cs typeface="Merriweather"/>
                        <a:sym typeface="Merriweather"/>
                      </a:endParaRPr>
                    </a:p>
                    <a:p>
                      <a:pPr marL="0" lvl="0" indent="0" algn="l" rtl="0">
                        <a:lnSpc>
                          <a:spcPct val="138000"/>
                        </a:lnSpc>
                        <a:spcBef>
                          <a:spcPts val="0"/>
                        </a:spcBef>
                        <a:spcAft>
                          <a:spcPts val="0"/>
                        </a:spcAft>
                        <a:buNone/>
                      </a:pPr>
                      <a:endParaRPr lang="en-SG" sz="2300">
                        <a:solidFill>
                          <a:srgbClr val="E60000"/>
                        </a:solidFill>
                        <a:latin typeface="+mj-lt"/>
                        <a:ea typeface="Merriweather"/>
                        <a:cs typeface="Merriweather"/>
                        <a:sym typeface="Merriweather"/>
                      </a:endParaRPr>
                    </a:p>
                    <a:p>
                      <a:pPr marL="0" lvl="0" indent="0" algn="l" rtl="0">
                        <a:lnSpc>
                          <a:spcPct val="138000"/>
                        </a:lnSpc>
                        <a:spcBef>
                          <a:spcPts val="0"/>
                        </a:spcBef>
                        <a:spcAft>
                          <a:spcPts val="0"/>
                        </a:spcAft>
                        <a:buNone/>
                      </a:pPr>
                      <a:endParaRPr lang="en-SG" sz="2300">
                        <a:solidFill>
                          <a:srgbClr val="E60000"/>
                        </a:solidFill>
                        <a:latin typeface="+mj-lt"/>
                        <a:ea typeface="Merriweather"/>
                        <a:cs typeface="Merriweather"/>
                        <a:sym typeface="Merriweather"/>
                      </a:endParaRPr>
                    </a:p>
                    <a:p>
                      <a:pPr marL="0" lvl="0" indent="0" algn="l" rtl="0">
                        <a:lnSpc>
                          <a:spcPct val="138000"/>
                        </a:lnSpc>
                        <a:spcBef>
                          <a:spcPts val="0"/>
                        </a:spcBef>
                        <a:spcAft>
                          <a:spcPts val="0"/>
                        </a:spcAft>
                        <a:buNone/>
                      </a:pPr>
                      <a:endParaRPr lang="en-SG" sz="2300">
                        <a:solidFill>
                          <a:srgbClr val="E60000"/>
                        </a:solidFill>
                        <a:latin typeface="+mj-lt"/>
                        <a:ea typeface="Merriweather"/>
                        <a:cs typeface="Merriweather"/>
                        <a:sym typeface="Merriweather"/>
                      </a:endParaRPr>
                    </a:p>
                    <a:p>
                      <a:pPr marL="0" lvl="0" indent="0" algn="l" rtl="0">
                        <a:lnSpc>
                          <a:spcPct val="138000"/>
                        </a:lnSpc>
                        <a:spcBef>
                          <a:spcPts val="0"/>
                        </a:spcBef>
                        <a:spcAft>
                          <a:spcPts val="0"/>
                        </a:spcAft>
                        <a:buNone/>
                      </a:pPr>
                      <a:endParaRPr sz="2300">
                        <a:solidFill>
                          <a:srgbClr val="E60000"/>
                        </a:solidFill>
                        <a:latin typeface="+mj-lt"/>
                        <a:ea typeface="Merriweather"/>
                        <a:cs typeface="Merriweather"/>
                        <a:sym typeface="Merriweather"/>
                      </a:endParaRPr>
                    </a:p>
                  </a:txBody>
                  <a:tcPr marL="121900" marR="121900" marT="121900" marB="121900">
                    <a:lnL w="19050" cap="flat" cmpd="sng">
                      <a:solidFill>
                        <a:srgbClr val="CCCCCC"/>
                      </a:solidFill>
                      <a:prstDash val="solid"/>
                      <a:round/>
                      <a:headEnd type="none" w="sm" len="sm"/>
                      <a:tailEnd type="none" w="sm" len="sm"/>
                    </a:lnL>
                    <a:lnR w="19050" cap="flat" cmpd="sng">
                      <a:solidFill>
                        <a:srgbClr val="CCCCCC"/>
                      </a:solidFill>
                      <a:prstDash val="solid"/>
                      <a:round/>
                      <a:headEnd type="none" w="sm" len="sm"/>
                      <a:tailEnd type="none" w="sm" len="sm"/>
                    </a:lnR>
                    <a:lnT w="19050" cap="flat" cmpd="sng">
                      <a:solidFill>
                        <a:srgbClr val="CCCCCC"/>
                      </a:solidFill>
                      <a:prstDash val="solid"/>
                      <a:round/>
                      <a:headEnd type="none" w="sm" len="sm"/>
                      <a:tailEnd type="none" w="sm" len="sm"/>
                    </a:lnT>
                    <a:lnB w="19050" cap="flat" cmpd="sng">
                      <a:solidFill>
                        <a:srgbClr val="CCCCCC"/>
                      </a:solidFill>
                      <a:prstDash val="solid"/>
                      <a:round/>
                      <a:headEnd type="none" w="sm" len="sm"/>
                      <a:tailEnd type="none" w="sm" len="sm"/>
                    </a:lnB>
                    <a:solidFill>
                      <a:srgbClr val="FFFFFF"/>
                    </a:solidFill>
                  </a:tcPr>
                </a:tc>
                <a:tc>
                  <a:txBody>
                    <a:bodyPr/>
                    <a:lstStyle/>
                    <a:p>
                      <a:pPr marL="0" lvl="0" indent="0" algn="l" rtl="0">
                        <a:lnSpc>
                          <a:spcPct val="138000"/>
                        </a:lnSpc>
                        <a:spcBef>
                          <a:spcPts val="0"/>
                        </a:spcBef>
                        <a:spcAft>
                          <a:spcPts val="0"/>
                        </a:spcAft>
                        <a:buNone/>
                      </a:pPr>
                      <a:r>
                        <a:rPr lang="en" sz="2300" b="1">
                          <a:latin typeface="+mj-lt"/>
                          <a:ea typeface="Merriweather"/>
                          <a:cs typeface="Merriweather"/>
                          <a:sym typeface="Merriweather"/>
                        </a:rPr>
                        <a:t>Why</a:t>
                      </a:r>
                      <a:endParaRPr sz="2300" b="1">
                        <a:latin typeface="+mj-lt"/>
                        <a:ea typeface="Merriweather"/>
                        <a:cs typeface="Merriweather"/>
                        <a:sym typeface="Merriweather"/>
                      </a:endParaRPr>
                    </a:p>
                  </a:txBody>
                  <a:tcPr marL="121900" marR="121900" marT="121900" marB="121900">
                    <a:lnL w="19050" cap="flat" cmpd="sng" algn="ctr">
                      <a:solidFill>
                        <a:srgbClr val="CCCCCC"/>
                      </a:solidFill>
                      <a:prstDash val="solid"/>
                      <a:round/>
                      <a:headEnd type="none" w="sm" len="sm"/>
                      <a:tailEnd type="none" w="sm" len="sm"/>
                    </a:lnL>
                    <a:lnR w="19050" cap="flat" cmpd="sng">
                      <a:solidFill>
                        <a:srgbClr val="CCCCCC"/>
                      </a:solidFill>
                      <a:prstDash val="solid"/>
                      <a:round/>
                      <a:headEnd type="none" w="sm" len="sm"/>
                      <a:tailEnd type="none" w="sm" len="sm"/>
                    </a:lnR>
                    <a:lnT w="19050" cap="flat" cmpd="sng">
                      <a:solidFill>
                        <a:srgbClr val="CCCCCC"/>
                      </a:solidFill>
                      <a:prstDash val="solid"/>
                      <a:round/>
                      <a:headEnd type="none" w="sm" len="sm"/>
                      <a:tailEnd type="none" w="sm" len="sm"/>
                    </a:lnT>
                    <a:lnB w="19050" cap="flat" cmpd="sng">
                      <a:solidFill>
                        <a:srgbClr val="CCCCCC"/>
                      </a:solidFill>
                      <a:prstDash val="solid"/>
                      <a:round/>
                      <a:headEnd type="none" w="sm" len="sm"/>
                      <a:tailEnd type="none" w="sm" len="sm"/>
                    </a:lnB>
                    <a:solidFill>
                      <a:srgbClr val="D9D9D9"/>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18480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FC5E5-4FF7-4449-5DB2-40EE78C299F1}"/>
              </a:ext>
            </a:extLst>
          </p:cNvPr>
          <p:cNvSpPr>
            <a:spLocks noGrp="1"/>
          </p:cNvSpPr>
          <p:nvPr>
            <p:ph type="title"/>
          </p:nvPr>
        </p:nvSpPr>
        <p:spPr/>
        <p:txBody>
          <a:bodyPr/>
          <a:lstStyle/>
          <a:p>
            <a:r>
              <a:rPr lang="en-SG"/>
              <a:t>Build an image classifier</a:t>
            </a:r>
          </a:p>
        </p:txBody>
      </p:sp>
      <p:pic>
        <p:nvPicPr>
          <p:cNvPr id="4" name="Content Placeholder 3" descr="A screenshot of a computer code&#10;&#10;AI-generated content may be incorrect.">
            <a:extLst>
              <a:ext uri="{FF2B5EF4-FFF2-40B4-BE49-F238E27FC236}">
                <a16:creationId xmlns:a16="http://schemas.microsoft.com/office/drawing/2014/main" id="{0E0B5AA6-D00C-90B1-2F2A-A91116594D91}"/>
              </a:ext>
            </a:extLst>
          </p:cNvPr>
          <p:cNvPicPr>
            <a:picLocks noGrp="1" noChangeAspect="1"/>
          </p:cNvPicPr>
          <p:nvPr>
            <p:ph idx="1"/>
          </p:nvPr>
        </p:nvPicPr>
        <p:blipFill>
          <a:blip r:embed="rId2"/>
          <a:stretch>
            <a:fillRect/>
          </a:stretch>
        </p:blipFill>
        <p:spPr>
          <a:xfrm>
            <a:off x="198329" y="1437426"/>
            <a:ext cx="11795342" cy="5033791"/>
          </a:xfrm>
          <a:prstGeom prst="rect">
            <a:avLst/>
          </a:prstGeom>
        </p:spPr>
      </p:pic>
    </p:spTree>
    <p:extLst>
      <p:ext uri="{BB962C8B-B14F-4D97-AF65-F5344CB8AC3E}">
        <p14:creationId xmlns:p14="http://schemas.microsoft.com/office/powerpoint/2010/main" val="8336403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42C11-8B22-3B30-4372-C66CC3393A26}"/>
              </a:ext>
            </a:extLst>
          </p:cNvPr>
          <p:cNvSpPr>
            <a:spLocks noGrp="1"/>
          </p:cNvSpPr>
          <p:nvPr>
            <p:ph type="title"/>
          </p:nvPr>
        </p:nvSpPr>
        <p:spPr/>
        <p:txBody>
          <a:bodyPr/>
          <a:lstStyle/>
          <a:p>
            <a:r>
              <a:rPr lang="en-SG"/>
              <a:t>Object detection</a:t>
            </a:r>
          </a:p>
        </p:txBody>
      </p:sp>
      <p:pic>
        <p:nvPicPr>
          <p:cNvPr id="4" name="Content Placeholder 3" descr="A screenshot of a video&#10;&#10;AI-generated content may be incorrect.">
            <a:extLst>
              <a:ext uri="{FF2B5EF4-FFF2-40B4-BE49-F238E27FC236}">
                <a16:creationId xmlns:a16="http://schemas.microsoft.com/office/drawing/2014/main" id="{0F857822-B246-BA0C-B306-2E90E5F41B87}"/>
              </a:ext>
            </a:extLst>
          </p:cNvPr>
          <p:cNvPicPr>
            <a:picLocks noGrp="1" noChangeAspect="1"/>
          </p:cNvPicPr>
          <p:nvPr>
            <p:ph idx="1"/>
          </p:nvPr>
        </p:nvPicPr>
        <p:blipFill>
          <a:blip r:embed="rId2"/>
          <a:stretch>
            <a:fillRect/>
          </a:stretch>
        </p:blipFill>
        <p:spPr>
          <a:xfrm>
            <a:off x="835069" y="1248602"/>
            <a:ext cx="10093889" cy="5442754"/>
          </a:xfrm>
          <a:prstGeom prst="rect">
            <a:avLst/>
          </a:prstGeom>
        </p:spPr>
      </p:pic>
    </p:spTree>
    <p:extLst>
      <p:ext uri="{BB962C8B-B14F-4D97-AF65-F5344CB8AC3E}">
        <p14:creationId xmlns:p14="http://schemas.microsoft.com/office/powerpoint/2010/main" val="7559450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39</Slides>
  <Notes>6</Notes>
  <HiddenSlides>0</HiddenSlide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CVE Project by Kiat Boon and Jaryl</vt:lpstr>
      <vt:lpstr>4Ws Problem Canvas</vt:lpstr>
      <vt:lpstr>🚗 4Ws Problem Canvas part 1: Self-Driving Cars 1. Who Primary stakeholders:  Urban commuters  Elderly and disabled individuals (mobility support)  Logistics and delivery companies  Governments and city planners  Car manufacturers and tech companies  Secondary stakeholders:  Pedestrians and cyclists (safety concerns) Insurance companies Traffic enforcement agencies  2. What The problem:  Human driving errors cause accidents, congestion, and inefficiency.  Limited accessibility for people who cannot drive.  High costs of logistics due to reliance on human drivers.  Challenges in self-driving cars:  Handling unpredictable human behavior on roads.  Navigating complex urban environments.  Ensuring cybersecurity and preventing hacking.  Legal and ethical responsibility in case of accidents. </vt:lpstr>
      <vt:lpstr>         </vt:lpstr>
      <vt:lpstr>Computer Vision Applications  AI50031FP </vt:lpstr>
      <vt:lpstr>PowerPoint Presentation</vt:lpstr>
      <vt:lpstr>Situation</vt:lpstr>
      <vt:lpstr>                   Situation part 1 Here’s a clear snapshot of the current situation with self-driving cars: 🚗 Current State of Self-Driving Cars Progress Achieved Autonomous vehicles can reliably follow lanes, maintain safe distances, and navigate familiar routes. They’ve accumulated millions of miles in testing, performing well on highways and controlled urban zones. Key Challenges Edge cases: Rare but dangerous scenarios like sharp bends on wet roads, construction zones with missing lane markings, or intersections with improvised hand signals still confuse systems. Human interaction: Mixed control between driver and automation can lead to unpredictable outcomes. Global Deployment Outlook Governments (like the US and UK) are pushing policies to accelerate rollout. Robotaxis and autonomous trucks are being tested, but widespread adoption is expected to unfold gradually over the next decade. Future Vision Analysts see autonomous vehicles reshaping urban planning, commuting, and even consumer trust. By 2040, they could significantly alter city infrastructure and daily life. ⚠️ Risks &amp; Limitations Current AI systems excel at object detection and mapping but struggle with reasoning in unpredictable, human-driven environments. More data alone won’t solve these issues; deeper improvements in AI reasoning and adaptability are needed. 🌍 Big Picture Self-driving cars are no longer science fiction—they’re already on roads in limited contexts. But the leap from controlled tests to fully autonomous everyday driving is slowed by safety, trust, and regulatory hurdles. The trajectory is clear: autonomy is coming, but cautiously. </vt:lpstr>
      <vt:lpstr>4Ws Problem Canvas </vt:lpstr>
      <vt:lpstr>I                   Who are the stakeholders part 2 Interest: innovation, data collection, hardware/software sales, platform dominance. 🏛 3. Governments &amp; Regulators National and local agencies responsible for safety, infrastructure, and public policy: National Highway Traffic Safety Administration European Commission Interest: Public safety, traffic regulation, legal frameworks, infrastructure planning, economic competitiveness. 👥 4. Consumers (Drivers &amp; Passengers) Individuals who purchase or use autonomous vehicles. Interest: Safety, convenience, affordability, privacy, reliability. 🚚 5. Transportation &amp; Logistics Companies Ride-sharing, delivery, and freight companies: Uber Lyft FedEx Interest: Reduced labor costs, efficiency, fleet automation, competitive advantage. 🛡 6. Insurance Companies Auto insurers who must redefine liability models. Interest: Risk assessment, accident liability (driver vs. manufacturer), new insurance products. 👷 7. Professional Drivers Taxi drivers, truck drivers, delivery drivers, bus drivers. Interest: Job security, retraining opportunities, wage impact. 🏙 8. Urban Planners &amp; Local Communities City governments, infrastructure planners, and residents. </vt:lpstr>
      <vt:lpstr>      Who are the stakeholders part 3  interest: Traffic flow, reduced congestion, parking needs, environmental impact, road design changes. ⚖ 9. Legal System &amp; Law Enforcement Courts, lawyers, and police departments. Interest: Determining liability in accidents, updating traffic laws, enforcement procedures. 🌍 10. Society at Large Pedestrians, cyclists, and the broader public. Interest: Safety, ethical AI decisions, environmental impact, data privacy. Summary Self-driving cars are not just a technological innovation — they represent a systemic shift affecting economic, legal, social, and ethical systems. Stakeholders range from global corporations to everyday pedestrians. </vt:lpstr>
      <vt:lpstr>2. What do you know about them? </vt:lpstr>
      <vt:lpstr>                   What do you know about them part 1 Here’s a deeper look at the stakeholders of self-driving cars—what they care about, what they gain or risk, and how they influence the industry. 🚗 1. Automotive Manufacturers Examples: Tesla, Toyota, General Motors What they want: Competitive advantage in next-generation vehicles New revenue streams (software subscriptions, data services) Brand leadership in safety and innovation What’s at stake: High R&amp;D costs Product liability risks Regulatory compliance They are transitioning from traditional car manufacturing to software-driven mobility platforms. 💻 2. Technology Companies Examples: Waymo, Apple, NVIDIA What they want: AI dominance and data collection Platform ecosystems (maps, cloud, chips) Expansion into mobility services What’s at stake: Data privacy concerns Safety reputation Massive capital investment returns They often supply the brains (AI software) and hardware powering autonomous systems.  </vt:lpstr>
      <vt:lpstr>                    What do you know about them part 2 🏛 3. Governments &amp; Regulators Example: National Highway Traffic Safety Administration What they want: Public safety Economic competitiveness Clear liability frameworks What’s at stake: Balancing innovation with safety Infrastructure investment costs Public trust They control testing approvals, road laws, and safety standards. 👥 4. Consumers (Drivers &amp; Passengers) What they want: Safety and reliability Convenience (less driving effort) Affordable pricing Concerns: Trust in AI Loss of control Data privacy Consumer acceptance will determine mass adoption. 🚚 5. Transportation &amp; Logistics Companies Examples: Uber, FedEx What they want:  </vt:lpstr>
      <vt:lpstr>                     What do you know abt them part 3 Lower labor costs 24/7 operations Fleet efficiency Risks: High transition costs Public backlash if jobs are displaced They see AVs as a way to dramatically reduce operational expenses. 🛡 6. Insurance Companies What they want: New risk models Clear determination of fault Shift happening: Insurance may move from driver-based liability to product liability (manufacturer/software-based). 👷 7. Professional Drivers Includes taxi, truck, delivery, and bus drivers. What they want: Job security Retraining opportunities Risk: Job displacement in the long term They are one of the most socially sensitive stakeholder groups. 🏙 8. Urban Planners &amp; Local Communities What they want: Reduced congestion Improved safety Environmental benefits  </vt:lpstr>
      <vt:lpstr>PowerPoint Presentation</vt:lpstr>
      <vt:lpstr>What do you want to know abt them part 5 Efficiency vs. employment Data use vs. privacy Corporate control vs. public regulation Self-driving cars are not just about technology — they are about economic power, social change, and ethical responsibility.</vt:lpstr>
      <vt:lpstr>4Ws Problem Canvas </vt:lpstr>
      <vt:lpstr>                      Part 2 of the situation/ Context: Intense global competition in EVs and autonomy Pressure to innovate quickly Rapid software development cycles The Problem: Huge R&amp;D costs with uncertain returns Legal liability if autonomous systems fail Reputational damage after crashes They are operating in a high-risk innovation race. 💻 2. Technology Companies Example: Waymo Context: AI development requires massive data collection Public scrutiny over algorithmic decision-making Expensive real-world testing The Problem: Safety expectations are extremely high (zero-tolerance mindset) Ethical programming dilemmas Privacy and cybersecurity concerns The context or situation , problem the stakeholders experience part 2 They face the challenge of proving that AI can outperform humans. 🏛 3. Governments &amp; Regulators Example: National Highway Traffic Safety Administration Context: Outdated traffic laws designed for human drivers   </vt:lpstr>
      <vt:lpstr>                   Part 3 of the situation or context in which the stakeholders experience the problem Public pressure to prevent accidents Lobbying from industry and labor groups The Problem: Creating regulations without slowing innovation Determining liability frameworks Maintaining public trust They must regulate technology that evolves faster than lawmaking. 👷 4. Professional Drivers Context: Automation threatens transport-related jobs Limited retraining pathways in some regions The Problem: Fear of job displacement Economic insecurity Union and labor resistance They experience the problem as a threat to livelihood. 🛡 5. Insurance Companies Context: Traditional insurance is based on driver fault The context or situation, problem stakeholders experience part 3 AVs shift risk toward manufacturers and software The Problem: Unclear liability distribution Difficulty pricing risk for new technology </vt:lpstr>
      <vt:lpstr>                   Part 4 of the situation or context in which the stakeholders experience the problem They must redesign business models. 👥 6. Consumers Context: Growing reliance on technology High-profile crashes reported in media Concerns about surveillance and data use The Problem: Trust gap in AI decision-making Safety uncertainty Cost barriers They experience the issue as a risk vs. convenience trade-off. 🏙 7. Urban Communities Context: Congestion, pollution, and road safety challenges already exist Infrastructure often not designed for autonomous systems The Problem: Infrastructure upgrade costs Potential increase in empty vehicle traffic Equity concerns (who benefits first?) Cities face long-term planning uncertainty. 🔎 Overall Situation All stakeholders are operating in a transition period characterized by: Technological uncertainty Regulatory lag </vt:lpstr>
      <vt:lpstr>PowerPoint Presentation</vt:lpstr>
      <vt:lpstr>4Ws Problem Canvas </vt:lpstr>
      <vt:lpstr>                  Part 2 of what would be of key value to the stakeholders Below is a clear breakdown by stakeholder group: 🚗 Automotive Manufacturers Examples: Tesla, Toyota Key Value: Profitability &amp; market leadership Strong brand reputation for safety Long-term competitive advantage Scalable, reliable autonomous systems For them, the highest value is turning autonomy into a sustainable business model while minimizing liability risk. 💻 Technology Companies Example: Waymo Key Value: AI performance superiority Access to large-scale driving data Platform dominance (software ecosystems) Commercial viability of robotaxi services Their main value lies in proving their AI systems are safer than humans and monetizing that capability. 🏛 Governments &amp; Regulators Example: National Highway Traffic Safety Administration Key Value: Public safety Reduced traffic fatalities </vt:lpstr>
      <vt:lpstr>                    </vt:lpstr>
      <vt:lpstr>                       Part 4 of what would be of key value to stakeholders  🛡 Insurance Companies Key Value: Clear liability frameworks Predictable risk models Sustainable premium structures They value clarity and measurable risk above all. 🏙 Urban Planners &amp; Communities Key Value: Reduced congestion Safer streets Environmental improvement Equitable mobility access They seek system-level benefits, not just technological progress. 🔎 Big Picture: What Is Universally Valuable? Across all stakeholders, three things consistently emerge as high value: Safety </vt:lpstr>
      <vt:lpstr>           2. How would it improve their situation Part 1 🚗 Automotive Manufacturers Examples: Tesla, Toyota Improvements: New revenue streams (software subscriptions, autonomy upgrades) Higher vehicle margins (premium tech features) Stronger brand positioning as innovation leaders Long-term competitiveness in a tech-driven market If autonomy becomes mainstream, they shift from selling cars to selling mobility technology </vt:lpstr>
      <vt:lpstr>                   Part 2 of how would it improve their situation platforms. 💻 Technology Companies Example: Waymo Improvements: Monetization of AI systems through robotaxi fleets Massive data-driven AI refinement Expansion into mobility services Market leadership in transportation AI Success would validate their AI models and create recurring revenue from fleet operations. 🏛 Governments &amp; Regulators Example: National Highway Traffic Safety Administration Improvements: Reduction in traffic fatalities and injuries Lower healthcare and accident-related public costs Improved traffic efficiency Economic growth from tech leadership Governments benefit if autonomy leads to safer roads and smarter cities. 👥 Consumers Improvements: Fewer accidents and safer travel More free time (no need to drive) Greater mobility for elderly and disabled individuals Reduced stress from commuting Consumers gain convenience, accessibility, and safety. </vt:lpstr>
      <vt:lpstr>                  Part 3 of how would it improve the situation 🚚 Transportation &amp; Logistics Companies Examples: Uber, FedEx Improvements: Lower labor costs 24/7 vehicle operation More efficient route optimization Scalable fleet management Autonomy significantly increases operational efficiency and profit margins. 👷 Professional Drivers Potential Improvements (if managed well): Retraining into higher-skilled technical roles Safer working conditions (fewer accidents) Transition to fleet supervision or maintenance jobs While displacement risk exists, structured transition policies could improve long-term job quality. 🛡 Insurance Companies Improvements: Fewer accident claims Clearer manufacturer liability models Data-driven risk pricing A safer driving ecosystem reduces unpredictability in claims. 🏙 Urban Planners &amp; Communities Improvements: Reduced congestion Less need for parking space </vt:lpstr>
      <vt:lpstr>           Part 4 of how would it improve the situation Lower emissions (especially if paired with EVs) More efficient land use Cities could redesign space currently used for parking into housing or green areas. 🔎 Overall System-Level Improvement If self-driving cars work as intended, the system improves by: Reducing human-error crashes Increasing efficiency of transport networks Lowering long-term economic and social costs Expanding access to mobility However, these improvements depend on safe implementation, clear regulation, and responsible transition planning. Trust Predictability (legal, economic, technical) If autonomous vehicles demonstrably improve safety while providing economic and social stability, most stakeholders benefit. If they increase uncertainty, resistance grows.  </vt:lpstr>
      <vt:lpstr>4Ws Problem Canvas </vt:lpstr>
      <vt:lpstr>                   What is the problem part 2 Legal responsibility Economic impact Public trust All at the same time. 1️⃣ Safety Uncertainty Even advanced systems from companies like Tesla or Waymo are not perfect. Problem: AI must handle unpredictable real-world situations. Rare edge cases can lead to accidents. Society expects near-zero failure. Transportation has very low tolerance for risk. 2️⃣ Legal &amp; Liability Ambiguity Regulators such as the National Highway Traffic Safety Administration are still adapting rules. Problem: Who is responsible in a crash? The driver? The manufacturer? The software developer? Existing traffic laws were written for human drivers. The legal system is lagging behind the technology. 3️⃣ Ethical Dilemmas AI systems may face unavoidable crash decisions. Problem: How should a vehicle prioritize safety in unavoidable harm scenarios? </vt:lpstr>
      <vt:lpstr>             What is the problem part 3 Who decides the ethical rules programmed into the system? There is no universal agreement on ethical programming. 4️⃣ Employment Disruption Millions of people work in driving-related jobs. Problem: Automation threatens job security. Economic inequality may widen. Retraining systems are not fully prepared. This creates social and political resistance. 5️⃣ Public Trust Gap Consumers must trust machines with their lives. Problem: Media coverage of accidents increases fear. People are skeptical about AI decision-making. Data privacy concerns remain unresolved. Without trust, adoption slows. 🎯 In One Sentence The problem is managing a complex technological transformation in a safety-critical system, where mistakes have human, legal, economic, and ethical consequences. </vt:lpstr>
      <vt:lpstr>          2. How do you know it’s a problem part 1  We know it’s a problem because there is evidence of tension, conflict, risk, and unresolved issues across multiple stakeholders. A “problem” exists when a situation creates harm, uncertainty, disagreement, or unmet expectations. Here’s how we know: 1️⃣ There Are Real-World Accidents Incidents involving systems from companies like Tesla and Waymo have resulted in investigations and public concern. When safety-critical technology leads to injuries or deaths, that signals: </vt:lpstr>
      <vt:lpstr>                   How do you know it’s a problem part 2 Technical limitations Regulatory gaps Risk exposure If there were no safety failures, there would be no controversy. 2️⃣ Governments Are Still Struggling to Regulate It Agencies such as the National Highway Traffic Safety Administration continue updating guidelines. When laws lag behind innovation, it shows: Unclear liability Unresolved standards Policy uncertainty If it weren’t a problem, regulations would already be settled and stable. 3️⃣ Stakeholders Disagree Different groups have conflicting interests: Companies want rapid innovation. Regulators prioritize caution. Drivers fear job loss. Consumers worry about safety and privacy. When interests conflict, it indicates an unresolved issue. 4️⃣ High Economic and Social Stakes Driving is central to: Employment Infrastructure Insurance systems Urban design </vt:lpstr>
      <vt:lpstr>           How do you know it’s a problem part 3  Any disruption to such a large system naturally creates instability. Large systemic change = systemic friction. 5️⃣ Public Debate and Media Attention There is ongoing ethical debate about: AI decision-making in crashes Data privacy Corporate responsibility Sustained public debate usually signals unresolved societal concerns. 🔎 The Key Logic We know it’s a problem because: There is evidence of harm and risk. There is legal and regulatory uncertainty. There is stakeholder conflict. There is social resistance and debate. If all stakeholders agreed, the technology were perfectly safe, and laws were clear, it would not be considered a problem — it would simply be an innovation. </vt:lpstr>
      <vt:lpstr>Problem Statement Template</vt:lpstr>
      <vt:lpstr>Build an image classifier</vt:lpstr>
      <vt:lpstr>Object detection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L16 PRO</dc:creator>
  <cp:revision>1</cp:revision>
  <dcterms:created xsi:type="dcterms:W3CDTF">2026-02-24T02:53:47Z</dcterms:created>
  <dcterms:modified xsi:type="dcterms:W3CDTF">2026-03-01T15:22:18Z</dcterms:modified>
</cp:coreProperties>
</file>